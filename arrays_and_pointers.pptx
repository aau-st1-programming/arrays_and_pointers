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5" r:id="rId4"/>
  </p:sldMasterIdLst>
  <p:notesMasterIdLst>
    <p:notesMasterId r:id="rId46"/>
  </p:notesMasterIdLst>
  <p:handoutMasterIdLst>
    <p:handoutMasterId r:id="rId47"/>
  </p:handoutMasterIdLst>
  <p:sldIdLst>
    <p:sldId id="378" r:id="rId5"/>
    <p:sldId id="612" r:id="rId6"/>
    <p:sldId id="613" r:id="rId7"/>
    <p:sldId id="614" r:id="rId8"/>
    <p:sldId id="394" r:id="rId9"/>
    <p:sldId id="617" r:id="rId10"/>
    <p:sldId id="439" r:id="rId11"/>
    <p:sldId id="447" r:id="rId12"/>
    <p:sldId id="407" r:id="rId13"/>
    <p:sldId id="448" r:id="rId14"/>
    <p:sldId id="408" r:id="rId15"/>
    <p:sldId id="403" r:id="rId16"/>
    <p:sldId id="449" r:id="rId17"/>
    <p:sldId id="440" r:id="rId18"/>
    <p:sldId id="442" r:id="rId19"/>
    <p:sldId id="639" r:id="rId20"/>
    <p:sldId id="628" r:id="rId21"/>
    <p:sldId id="635" r:id="rId22"/>
    <p:sldId id="409" r:id="rId23"/>
    <p:sldId id="410" r:id="rId24"/>
    <p:sldId id="412" r:id="rId25"/>
    <p:sldId id="638" r:id="rId26"/>
    <p:sldId id="632" r:id="rId27"/>
    <p:sldId id="414" r:id="rId28"/>
    <p:sldId id="415" r:id="rId29"/>
    <p:sldId id="416" r:id="rId30"/>
    <p:sldId id="436" r:id="rId31"/>
    <p:sldId id="629" r:id="rId32"/>
    <p:sldId id="417" r:id="rId33"/>
    <p:sldId id="623" r:id="rId34"/>
    <p:sldId id="446" r:id="rId35"/>
    <p:sldId id="445" r:id="rId36"/>
    <p:sldId id="418" r:id="rId37"/>
    <p:sldId id="630" r:id="rId38"/>
    <p:sldId id="636" r:id="rId39"/>
    <p:sldId id="637" r:id="rId40"/>
    <p:sldId id="627" r:id="rId41"/>
    <p:sldId id="631" r:id="rId42"/>
    <p:sldId id="619" r:id="rId43"/>
    <p:sldId id="621" r:id="rId44"/>
    <p:sldId id="620" r:id="rId45"/>
  </p:sldIdLst>
  <p:sldSz cx="12192000" cy="6858000"/>
  <p:notesSz cx="6858000" cy="9144000"/>
  <p:defaultTex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lance" id="{705054ED-DB56-FA4C-BB16-D35BDEFFF4C1}">
          <p14:sldIdLst>
            <p14:sldId id="378"/>
            <p14:sldId id="612"/>
            <p14:sldId id="613"/>
            <p14:sldId id="614"/>
            <p14:sldId id="394"/>
            <p14:sldId id="617"/>
            <p14:sldId id="439"/>
            <p14:sldId id="447"/>
            <p14:sldId id="407"/>
            <p14:sldId id="448"/>
            <p14:sldId id="408"/>
            <p14:sldId id="403"/>
            <p14:sldId id="449"/>
            <p14:sldId id="440"/>
            <p14:sldId id="442"/>
            <p14:sldId id="639"/>
            <p14:sldId id="628"/>
            <p14:sldId id="635"/>
            <p14:sldId id="409"/>
            <p14:sldId id="410"/>
            <p14:sldId id="412"/>
            <p14:sldId id="638"/>
            <p14:sldId id="632"/>
            <p14:sldId id="414"/>
            <p14:sldId id="415"/>
            <p14:sldId id="416"/>
            <p14:sldId id="436"/>
            <p14:sldId id="629"/>
            <p14:sldId id="417"/>
            <p14:sldId id="623"/>
            <p14:sldId id="446"/>
            <p14:sldId id="445"/>
            <p14:sldId id="418"/>
            <p14:sldId id="630"/>
            <p14:sldId id="636"/>
            <p14:sldId id="637"/>
            <p14:sldId id="627"/>
            <p14:sldId id="631"/>
            <p14:sldId id="619"/>
            <p14:sldId id="621"/>
            <p14:sldId id="620"/>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FF0000"/>
    <a:srgbClr val="DF6752"/>
    <a:srgbClr val="9DBB1D"/>
    <a:srgbClr val="5E9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79E5BA-015D-4BDE-A4A5-CAC6784E8017}" v="59" dt="2024-09-26T07:20:45.24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55" autoAdjust="0"/>
    <p:restoredTop sz="84073" autoAdjust="0"/>
  </p:normalViewPr>
  <p:slideViewPr>
    <p:cSldViewPr snapToGrid="0" snapToObjects="1">
      <p:cViewPr varScale="1">
        <p:scale>
          <a:sx n="106" d="100"/>
          <a:sy n="106" d="100"/>
        </p:scale>
        <p:origin x="1002" y="114"/>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96" d="100"/>
          <a:sy n="96" d="100"/>
        </p:scale>
        <p:origin x="364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microsoft.com/office/2015/10/relationships/revisionInfo" Target="revisionInfo.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iemienski Andersen" userId="3e5b9027-db81-4bdb-8ff3-173865797b46" providerId="ADAL" clId="{80DE75E6-B9C5-4924-BF8C-CFC4D0378A0D}"/>
    <pc:docChg chg="undo custSel addSld delSld modSld sldOrd modMainMaster modSection">
      <pc:chgData name="Martin Siemienski Andersen" userId="3e5b9027-db81-4bdb-8ff3-173865797b46" providerId="ADAL" clId="{80DE75E6-B9C5-4924-BF8C-CFC4D0378A0D}" dt="2023-09-27T07:12:20.884" v="4030" actId="729"/>
      <pc:docMkLst>
        <pc:docMk/>
      </pc:docMkLst>
      <pc:sldChg chg="addSp modSp mod modShow">
        <pc:chgData name="Martin Siemienski Andersen" userId="3e5b9027-db81-4bdb-8ff3-173865797b46" providerId="ADAL" clId="{80DE75E6-B9C5-4924-BF8C-CFC4D0378A0D}" dt="2023-09-22T07:46:04.970" v="529" actId="6549"/>
        <pc:sldMkLst>
          <pc:docMk/>
          <pc:sldMk cId="1521559328" sldId="402"/>
        </pc:sldMkLst>
        <pc:spChg chg="add mod">
          <ac:chgData name="Martin Siemienski Andersen" userId="3e5b9027-db81-4bdb-8ff3-173865797b46" providerId="ADAL" clId="{80DE75E6-B9C5-4924-BF8C-CFC4D0378A0D}" dt="2023-09-22T07:46:04.970" v="529" actId="6549"/>
          <ac:spMkLst>
            <pc:docMk/>
            <pc:sldMk cId="1521559328" sldId="402"/>
            <ac:spMk id="4" creationId="{8851A741-2819-B37E-B4BF-B232A5485D85}"/>
          </ac:spMkLst>
        </pc:spChg>
        <pc:spChg chg="mod">
          <ac:chgData name="Martin Siemienski Andersen" userId="3e5b9027-db81-4bdb-8ff3-173865797b46" providerId="ADAL" clId="{80DE75E6-B9C5-4924-BF8C-CFC4D0378A0D}" dt="2023-09-22T07:44:06.805" v="508" actId="14100"/>
          <ac:spMkLst>
            <pc:docMk/>
            <pc:sldMk cId="1521559328" sldId="402"/>
            <ac:spMk id="7" creationId="{AA518D68-23A0-45A0-9053-BA7C5B80CF1B}"/>
          </ac:spMkLst>
        </pc:spChg>
        <pc:spChg chg="add mod">
          <ac:chgData name="Martin Siemienski Andersen" userId="3e5b9027-db81-4bdb-8ff3-173865797b46" providerId="ADAL" clId="{80DE75E6-B9C5-4924-BF8C-CFC4D0378A0D}" dt="2023-09-22T07:45:14.033" v="520" actId="1076"/>
          <ac:spMkLst>
            <pc:docMk/>
            <pc:sldMk cId="1521559328" sldId="402"/>
            <ac:spMk id="8" creationId="{5D0111DF-F4C4-9291-1D99-AA2F3A7F8288}"/>
          </ac:spMkLst>
        </pc:spChg>
      </pc:sldChg>
      <pc:sldChg chg="modSp mod">
        <pc:chgData name="Martin Siemienski Andersen" userId="3e5b9027-db81-4bdb-8ff3-173865797b46" providerId="ADAL" clId="{80DE75E6-B9C5-4924-BF8C-CFC4D0378A0D}" dt="2023-09-22T11:45:47.763" v="2100" actId="113"/>
        <pc:sldMkLst>
          <pc:docMk/>
          <pc:sldMk cId="2966391475" sldId="403"/>
        </pc:sldMkLst>
        <pc:spChg chg="mod">
          <ac:chgData name="Martin Siemienski Andersen" userId="3e5b9027-db81-4bdb-8ff3-173865797b46" providerId="ADAL" clId="{80DE75E6-B9C5-4924-BF8C-CFC4D0378A0D}" dt="2023-09-22T11:45:47.763" v="2100" actId="113"/>
          <ac:spMkLst>
            <pc:docMk/>
            <pc:sldMk cId="2966391475" sldId="403"/>
            <ac:spMk id="4" creationId="{189523A8-B756-442B-8171-8B151651F4EC}"/>
          </ac:spMkLst>
        </pc:spChg>
      </pc:sldChg>
      <pc:sldChg chg="addSp modSp del mod">
        <pc:chgData name="Martin Siemienski Andersen" userId="3e5b9027-db81-4bdb-8ff3-173865797b46" providerId="ADAL" clId="{80DE75E6-B9C5-4924-BF8C-CFC4D0378A0D}" dt="2023-09-22T11:37:32.574" v="1991" actId="47"/>
        <pc:sldMkLst>
          <pc:docMk/>
          <pc:sldMk cId="738078894" sldId="404"/>
        </pc:sldMkLst>
        <pc:spChg chg="mod">
          <ac:chgData name="Martin Siemienski Andersen" userId="3e5b9027-db81-4bdb-8ff3-173865797b46" providerId="ADAL" clId="{80DE75E6-B9C5-4924-BF8C-CFC4D0378A0D}" dt="2023-09-22T07:48:07.350" v="541" actId="27636"/>
          <ac:spMkLst>
            <pc:docMk/>
            <pc:sldMk cId="738078894" sldId="404"/>
            <ac:spMk id="4" creationId="{0185C39B-EF2A-42CA-A6A1-AFCC6EDC1010}"/>
          </ac:spMkLst>
        </pc:spChg>
        <pc:spChg chg="add mod">
          <ac:chgData name="Martin Siemienski Andersen" userId="3e5b9027-db81-4bdb-8ff3-173865797b46" providerId="ADAL" clId="{80DE75E6-B9C5-4924-BF8C-CFC4D0378A0D}" dt="2023-09-22T07:41:06.016" v="455" actId="403"/>
          <ac:spMkLst>
            <pc:docMk/>
            <pc:sldMk cId="738078894" sldId="404"/>
            <ac:spMk id="7" creationId="{C8F53708-E054-0233-0A92-A71E014FF092}"/>
          </ac:spMkLst>
        </pc:spChg>
      </pc:sldChg>
      <pc:sldChg chg="modSp mod">
        <pc:chgData name="Martin Siemienski Andersen" userId="3e5b9027-db81-4bdb-8ff3-173865797b46" providerId="ADAL" clId="{80DE75E6-B9C5-4924-BF8C-CFC4D0378A0D}" dt="2023-09-22T11:08:42.198" v="1896" actId="2711"/>
        <pc:sldMkLst>
          <pc:docMk/>
          <pc:sldMk cId="3009533955" sldId="405"/>
        </pc:sldMkLst>
        <pc:spChg chg="mod">
          <ac:chgData name="Martin Siemienski Andersen" userId="3e5b9027-db81-4bdb-8ff3-173865797b46" providerId="ADAL" clId="{80DE75E6-B9C5-4924-BF8C-CFC4D0378A0D}" dt="2023-09-22T11:08:42.198" v="1896" actId="2711"/>
          <ac:spMkLst>
            <pc:docMk/>
            <pc:sldMk cId="3009533955" sldId="405"/>
            <ac:spMk id="5" creationId="{44B0FF57-A40B-43F7-848F-A2852473DEB8}"/>
          </ac:spMkLst>
        </pc:spChg>
      </pc:sldChg>
      <pc:sldChg chg="modSp mod modShow">
        <pc:chgData name="Martin Siemienski Andersen" userId="3e5b9027-db81-4bdb-8ff3-173865797b46" providerId="ADAL" clId="{80DE75E6-B9C5-4924-BF8C-CFC4D0378A0D}" dt="2023-09-27T07:12:20.884" v="4030" actId="729"/>
        <pc:sldMkLst>
          <pc:docMk/>
          <pc:sldMk cId="3406291056" sldId="406"/>
        </pc:sldMkLst>
        <pc:spChg chg="mod">
          <ac:chgData name="Martin Siemienski Andersen" userId="3e5b9027-db81-4bdb-8ff3-173865797b46" providerId="ADAL" clId="{80DE75E6-B9C5-4924-BF8C-CFC4D0378A0D}" dt="2023-09-22T11:44:42.232" v="2067" actId="14100"/>
          <ac:spMkLst>
            <pc:docMk/>
            <pc:sldMk cId="3406291056" sldId="406"/>
            <ac:spMk id="3" creationId="{A16D93AA-6B7A-4410-BC0D-270AB9043345}"/>
          </ac:spMkLst>
        </pc:spChg>
        <pc:spChg chg="mod">
          <ac:chgData name="Martin Siemienski Andersen" userId="3e5b9027-db81-4bdb-8ff3-173865797b46" providerId="ADAL" clId="{80DE75E6-B9C5-4924-BF8C-CFC4D0378A0D}" dt="2023-09-22T07:50:50.379" v="552" actId="404"/>
          <ac:spMkLst>
            <pc:docMk/>
            <pc:sldMk cId="3406291056" sldId="406"/>
            <ac:spMk id="5" creationId="{CA34A3CB-E032-4097-89C4-A09E3D4FDECB}"/>
          </ac:spMkLst>
        </pc:spChg>
        <pc:spChg chg="mod">
          <ac:chgData name="Martin Siemienski Andersen" userId="3e5b9027-db81-4bdb-8ff3-173865797b46" providerId="ADAL" clId="{80DE75E6-B9C5-4924-BF8C-CFC4D0378A0D}" dt="2023-09-26T07:28:19.314" v="3616" actId="1076"/>
          <ac:spMkLst>
            <pc:docMk/>
            <pc:sldMk cId="3406291056" sldId="406"/>
            <ac:spMk id="10" creationId="{9C66BF07-558C-49E7-8897-E94DA346DC08}"/>
          </ac:spMkLst>
        </pc:spChg>
      </pc:sldChg>
      <pc:sldChg chg="modSp mod">
        <pc:chgData name="Martin Siemienski Andersen" userId="3e5b9027-db81-4bdb-8ff3-173865797b46" providerId="ADAL" clId="{80DE75E6-B9C5-4924-BF8C-CFC4D0378A0D}" dt="2023-09-26T07:27:50.699" v="3609" actId="2711"/>
        <pc:sldMkLst>
          <pc:docMk/>
          <pc:sldMk cId="3128787304" sldId="408"/>
        </pc:sldMkLst>
        <pc:spChg chg="mod">
          <ac:chgData name="Martin Siemienski Andersen" userId="3e5b9027-db81-4bdb-8ff3-173865797b46" providerId="ADAL" clId="{80DE75E6-B9C5-4924-BF8C-CFC4D0378A0D}" dt="2023-09-22T11:51:41.232" v="2123" actId="14100"/>
          <ac:spMkLst>
            <pc:docMk/>
            <pc:sldMk cId="3128787304" sldId="408"/>
            <ac:spMk id="3" creationId="{AF213017-86D0-40D9-9993-E452DC8F4D99}"/>
          </ac:spMkLst>
        </pc:spChg>
        <pc:spChg chg="mod">
          <ac:chgData name="Martin Siemienski Andersen" userId="3e5b9027-db81-4bdb-8ff3-173865797b46" providerId="ADAL" clId="{80DE75E6-B9C5-4924-BF8C-CFC4D0378A0D}" dt="2023-09-26T07:27:50.699" v="3609" actId="2711"/>
          <ac:spMkLst>
            <pc:docMk/>
            <pc:sldMk cId="3128787304" sldId="408"/>
            <ac:spMk id="12" creationId="{A7D138AD-D873-40F4-A721-7A90CFEE5308}"/>
          </ac:spMkLst>
        </pc:spChg>
      </pc:sldChg>
      <pc:sldChg chg="addSp modSp mod modAnim">
        <pc:chgData name="Martin Siemienski Andersen" userId="3e5b9027-db81-4bdb-8ff3-173865797b46" providerId="ADAL" clId="{80DE75E6-B9C5-4924-BF8C-CFC4D0378A0D}" dt="2023-09-22T11:47:24.886" v="2104" actId="1582"/>
        <pc:sldMkLst>
          <pc:docMk/>
          <pc:sldMk cId="554675839" sldId="409"/>
        </pc:sldMkLst>
        <pc:spChg chg="add mod">
          <ac:chgData name="Martin Siemienski Andersen" userId="3e5b9027-db81-4bdb-8ff3-173865797b46" providerId="ADAL" clId="{80DE75E6-B9C5-4924-BF8C-CFC4D0378A0D}" dt="2023-09-22T11:47:24.886" v="2104" actId="1582"/>
          <ac:spMkLst>
            <pc:docMk/>
            <pc:sldMk cId="554675839" sldId="409"/>
            <ac:spMk id="3" creationId="{32B6E468-1013-7A45-F3C6-ABB5A04D13F5}"/>
          </ac:spMkLst>
        </pc:spChg>
      </pc:sldChg>
      <pc:sldChg chg="modSp mod modNotesTx">
        <pc:chgData name="Martin Siemienski Andersen" userId="3e5b9027-db81-4bdb-8ff3-173865797b46" providerId="ADAL" clId="{80DE75E6-B9C5-4924-BF8C-CFC4D0378A0D}" dt="2023-09-22T11:49:59.272" v="2105" actId="1076"/>
        <pc:sldMkLst>
          <pc:docMk/>
          <pc:sldMk cId="1378728301" sldId="410"/>
        </pc:sldMkLst>
        <pc:picChg chg="mod">
          <ac:chgData name="Martin Siemienski Andersen" userId="3e5b9027-db81-4bdb-8ff3-173865797b46" providerId="ADAL" clId="{80DE75E6-B9C5-4924-BF8C-CFC4D0378A0D}" dt="2023-09-22T11:49:59.272" v="2105" actId="1076"/>
          <ac:picMkLst>
            <pc:docMk/>
            <pc:sldMk cId="1378728301" sldId="410"/>
            <ac:picMk id="6" creationId="{1BF0707D-D71B-4814-A1F6-A1225CBBEA64}"/>
          </ac:picMkLst>
        </pc:picChg>
      </pc:sldChg>
      <pc:sldChg chg="modSp mod">
        <pc:chgData name="Martin Siemienski Andersen" userId="3e5b9027-db81-4bdb-8ff3-173865797b46" providerId="ADAL" clId="{80DE75E6-B9C5-4924-BF8C-CFC4D0378A0D}" dt="2023-09-22T11:51:12.358" v="2108" actId="20577"/>
        <pc:sldMkLst>
          <pc:docMk/>
          <pc:sldMk cId="951211350" sldId="412"/>
        </pc:sldMkLst>
        <pc:spChg chg="mod">
          <ac:chgData name="Martin Siemienski Andersen" userId="3e5b9027-db81-4bdb-8ff3-173865797b46" providerId="ADAL" clId="{80DE75E6-B9C5-4924-BF8C-CFC4D0378A0D}" dt="2023-09-22T11:51:12.358" v="2108" actId="20577"/>
          <ac:spMkLst>
            <pc:docMk/>
            <pc:sldMk cId="951211350" sldId="412"/>
            <ac:spMk id="7" creationId="{47F09B88-7836-48FA-8D06-AD0882648DA8}"/>
          </ac:spMkLst>
        </pc:spChg>
      </pc:sldChg>
      <pc:sldChg chg="modSp mod">
        <pc:chgData name="Martin Siemienski Andersen" userId="3e5b9027-db81-4bdb-8ff3-173865797b46" providerId="ADAL" clId="{80DE75E6-B9C5-4924-BF8C-CFC4D0378A0D}" dt="2023-09-22T11:52:28.444" v="2127" actId="14100"/>
        <pc:sldMkLst>
          <pc:docMk/>
          <pc:sldMk cId="3757063567" sldId="414"/>
        </pc:sldMkLst>
        <pc:spChg chg="mod">
          <ac:chgData name="Martin Siemienski Andersen" userId="3e5b9027-db81-4bdb-8ff3-173865797b46" providerId="ADAL" clId="{80DE75E6-B9C5-4924-BF8C-CFC4D0378A0D}" dt="2023-09-22T11:52:28.444" v="2127" actId="14100"/>
          <ac:spMkLst>
            <pc:docMk/>
            <pc:sldMk cId="3757063567" sldId="414"/>
            <ac:spMk id="8" creationId="{254D62F6-C0DC-4724-B0F4-7DEA79423D70}"/>
          </ac:spMkLst>
        </pc:spChg>
      </pc:sldChg>
      <pc:sldChg chg="modSp mod">
        <pc:chgData name="Martin Siemienski Andersen" userId="3e5b9027-db81-4bdb-8ff3-173865797b46" providerId="ADAL" clId="{80DE75E6-B9C5-4924-BF8C-CFC4D0378A0D}" dt="2023-09-26T07:27:36.974" v="3608" actId="1076"/>
        <pc:sldMkLst>
          <pc:docMk/>
          <pc:sldMk cId="1989704884" sldId="415"/>
        </pc:sldMkLst>
        <pc:spChg chg="mod">
          <ac:chgData name="Martin Siemienski Andersen" userId="3e5b9027-db81-4bdb-8ff3-173865797b46" providerId="ADAL" clId="{80DE75E6-B9C5-4924-BF8C-CFC4D0378A0D}" dt="2023-09-26T07:27:36.974" v="3608" actId="1076"/>
          <ac:spMkLst>
            <pc:docMk/>
            <pc:sldMk cId="1989704884" sldId="415"/>
            <ac:spMk id="9" creationId="{C6BC9B17-ADD7-4779-AC1D-7F21D29D9739}"/>
          </ac:spMkLst>
        </pc:spChg>
      </pc:sldChg>
      <pc:sldChg chg="modSp mod ord">
        <pc:chgData name="Martin Siemienski Andersen" userId="3e5b9027-db81-4bdb-8ff3-173865797b46" providerId="ADAL" clId="{80DE75E6-B9C5-4924-BF8C-CFC4D0378A0D}" dt="2023-09-22T09:13:49.448" v="990" actId="20577"/>
        <pc:sldMkLst>
          <pc:docMk/>
          <pc:sldMk cId="3109289345" sldId="417"/>
        </pc:sldMkLst>
        <pc:spChg chg="mod">
          <ac:chgData name="Martin Siemienski Andersen" userId="3e5b9027-db81-4bdb-8ff3-173865797b46" providerId="ADAL" clId="{80DE75E6-B9C5-4924-BF8C-CFC4D0378A0D}" dt="2023-09-22T09:13:49.448" v="990" actId="20577"/>
          <ac:spMkLst>
            <pc:docMk/>
            <pc:sldMk cId="3109289345" sldId="417"/>
            <ac:spMk id="3" creationId="{BFD12118-34A6-4066-ACB6-E8B16636C29C}"/>
          </ac:spMkLst>
        </pc:spChg>
      </pc:sldChg>
      <pc:sldChg chg="modSp mod ord">
        <pc:chgData name="Martin Siemienski Andersen" userId="3e5b9027-db81-4bdb-8ff3-173865797b46" providerId="ADAL" clId="{80DE75E6-B9C5-4924-BF8C-CFC4D0378A0D}" dt="2023-09-26T07:28:06.852" v="3612" actId="1076"/>
        <pc:sldMkLst>
          <pc:docMk/>
          <pc:sldMk cId="3138086822" sldId="418"/>
        </pc:sldMkLst>
        <pc:spChg chg="mod">
          <ac:chgData name="Martin Siemienski Andersen" userId="3e5b9027-db81-4bdb-8ff3-173865797b46" providerId="ADAL" clId="{80DE75E6-B9C5-4924-BF8C-CFC4D0378A0D}" dt="2023-09-22T11:55:28.795" v="2230" actId="20577"/>
          <ac:spMkLst>
            <pc:docMk/>
            <pc:sldMk cId="3138086822" sldId="418"/>
            <ac:spMk id="3" creationId="{C71FA537-02D4-48D4-98FC-70F9DF10BD19}"/>
          </ac:spMkLst>
        </pc:spChg>
        <pc:spChg chg="mod">
          <ac:chgData name="Martin Siemienski Andersen" userId="3e5b9027-db81-4bdb-8ff3-173865797b46" providerId="ADAL" clId="{80DE75E6-B9C5-4924-BF8C-CFC4D0378A0D}" dt="2023-09-26T07:28:06.852" v="3612" actId="1076"/>
          <ac:spMkLst>
            <pc:docMk/>
            <pc:sldMk cId="3138086822" sldId="418"/>
            <ac:spMk id="14" creationId="{C510EA56-3951-4A73-A8E6-DB9656B355CE}"/>
          </ac:spMkLst>
        </pc:spChg>
      </pc:sldChg>
      <pc:sldChg chg="mod modShow">
        <pc:chgData name="Martin Siemienski Andersen" userId="3e5b9027-db81-4bdb-8ff3-173865797b46" providerId="ADAL" clId="{80DE75E6-B9C5-4924-BF8C-CFC4D0378A0D}" dt="2023-09-22T11:59:44.343" v="2400" actId="729"/>
        <pc:sldMkLst>
          <pc:docMk/>
          <pc:sldMk cId="1659630685" sldId="419"/>
        </pc:sldMkLst>
      </pc:sldChg>
      <pc:sldChg chg="add ord">
        <pc:chgData name="Martin Siemienski Andersen" userId="3e5b9027-db81-4bdb-8ff3-173865797b46" providerId="ADAL" clId="{80DE75E6-B9C5-4924-BF8C-CFC4D0378A0D}" dt="2023-09-26T07:20:59.304" v="3373" actId="20578"/>
        <pc:sldMkLst>
          <pc:docMk/>
          <pc:sldMk cId="389121286" sldId="421"/>
        </pc:sldMkLst>
      </pc:sldChg>
      <pc:sldChg chg="del">
        <pc:chgData name="Martin Siemienski Andersen" userId="3e5b9027-db81-4bdb-8ff3-173865797b46" providerId="ADAL" clId="{80DE75E6-B9C5-4924-BF8C-CFC4D0378A0D}" dt="2023-09-26T07:18:31.253" v="3369" actId="2696"/>
        <pc:sldMkLst>
          <pc:docMk/>
          <pc:sldMk cId="2102392892" sldId="421"/>
        </pc:sldMkLst>
      </pc:sldChg>
      <pc:sldChg chg="del">
        <pc:chgData name="Martin Siemienski Andersen" userId="3e5b9027-db81-4bdb-8ff3-173865797b46" providerId="ADAL" clId="{80DE75E6-B9C5-4924-BF8C-CFC4D0378A0D}" dt="2023-09-26T07:18:31.253" v="3369" actId="2696"/>
        <pc:sldMkLst>
          <pc:docMk/>
          <pc:sldMk cId="476778686" sldId="422"/>
        </pc:sldMkLst>
      </pc:sldChg>
      <pc:sldChg chg="add">
        <pc:chgData name="Martin Siemienski Andersen" userId="3e5b9027-db81-4bdb-8ff3-173865797b46" providerId="ADAL" clId="{80DE75E6-B9C5-4924-BF8C-CFC4D0378A0D}" dt="2023-09-26T07:18:39.925" v="3370"/>
        <pc:sldMkLst>
          <pc:docMk/>
          <pc:sldMk cId="3492446293" sldId="422"/>
        </pc:sldMkLst>
      </pc:sldChg>
      <pc:sldChg chg="modSp del mod">
        <pc:chgData name="Martin Siemienski Andersen" userId="3e5b9027-db81-4bdb-8ff3-173865797b46" providerId="ADAL" clId="{80DE75E6-B9C5-4924-BF8C-CFC4D0378A0D}" dt="2023-09-26T07:18:31.253" v="3369" actId="2696"/>
        <pc:sldMkLst>
          <pc:docMk/>
          <pc:sldMk cId="739109731" sldId="423"/>
        </pc:sldMkLst>
        <pc:spChg chg="mod">
          <ac:chgData name="Martin Siemienski Andersen" userId="3e5b9027-db81-4bdb-8ff3-173865797b46" providerId="ADAL" clId="{80DE75E6-B9C5-4924-BF8C-CFC4D0378A0D}" dt="2023-09-22T12:00:26.902" v="2401" actId="14100"/>
          <ac:spMkLst>
            <pc:docMk/>
            <pc:sldMk cId="739109731" sldId="423"/>
            <ac:spMk id="3" creationId="{80D6B7D2-10BD-4191-A00D-B810C0E6D181}"/>
          </ac:spMkLst>
        </pc:spChg>
        <pc:spChg chg="mod">
          <ac:chgData name="Martin Siemienski Andersen" userId="3e5b9027-db81-4bdb-8ff3-173865797b46" providerId="ADAL" clId="{80DE75E6-B9C5-4924-BF8C-CFC4D0378A0D}" dt="2023-09-22T12:00:55.873" v="2410" actId="6549"/>
          <ac:spMkLst>
            <pc:docMk/>
            <pc:sldMk cId="739109731" sldId="423"/>
            <ac:spMk id="7" creationId="{5C976A73-5E8F-4AB2-836D-6DDB71F282AF}"/>
          </ac:spMkLst>
        </pc:spChg>
      </pc:sldChg>
      <pc:sldChg chg="add">
        <pc:chgData name="Martin Siemienski Andersen" userId="3e5b9027-db81-4bdb-8ff3-173865797b46" providerId="ADAL" clId="{80DE75E6-B9C5-4924-BF8C-CFC4D0378A0D}" dt="2023-09-26T07:18:39.925" v="3370"/>
        <pc:sldMkLst>
          <pc:docMk/>
          <pc:sldMk cId="1817594568" sldId="423"/>
        </pc:sldMkLst>
      </pc:sldChg>
      <pc:sldChg chg="modSp mod modShow">
        <pc:chgData name="Martin Siemienski Andersen" userId="3e5b9027-db81-4bdb-8ff3-173865797b46" providerId="ADAL" clId="{80DE75E6-B9C5-4924-BF8C-CFC4D0378A0D}" dt="2023-09-22T11:29:51.978" v="1986" actId="14100"/>
        <pc:sldMkLst>
          <pc:docMk/>
          <pc:sldMk cId="1252006566" sldId="424"/>
        </pc:sldMkLst>
        <pc:spChg chg="mod">
          <ac:chgData name="Martin Siemienski Andersen" userId="3e5b9027-db81-4bdb-8ff3-173865797b46" providerId="ADAL" clId="{80DE75E6-B9C5-4924-BF8C-CFC4D0378A0D}" dt="2023-09-22T11:29:51.978" v="1986" actId="14100"/>
          <ac:spMkLst>
            <pc:docMk/>
            <pc:sldMk cId="1252006566" sldId="424"/>
            <ac:spMk id="3" creationId="{46F0CD7F-A7EB-484D-A9FB-ED8A346957FB}"/>
          </ac:spMkLst>
        </pc:spChg>
        <pc:spChg chg="mod">
          <ac:chgData name="Martin Siemienski Andersen" userId="3e5b9027-db81-4bdb-8ff3-173865797b46" providerId="ADAL" clId="{80DE75E6-B9C5-4924-BF8C-CFC4D0378A0D}" dt="2023-09-22T11:26:21.386" v="1902" actId="1076"/>
          <ac:spMkLst>
            <pc:docMk/>
            <pc:sldMk cId="1252006566" sldId="424"/>
            <ac:spMk id="12" creationId="{AE3123A5-45FF-4D46-9840-D17AFEDEC63C}"/>
          </ac:spMkLst>
        </pc:spChg>
      </pc:sldChg>
      <pc:sldChg chg="delSp modSp mod">
        <pc:chgData name="Martin Siemienski Andersen" userId="3e5b9027-db81-4bdb-8ff3-173865797b46" providerId="ADAL" clId="{80DE75E6-B9C5-4924-BF8C-CFC4D0378A0D}" dt="2023-09-26T07:26:18.801" v="3595" actId="2711"/>
        <pc:sldMkLst>
          <pc:docMk/>
          <pc:sldMk cId="1819725382" sldId="425"/>
        </pc:sldMkLst>
        <pc:spChg chg="mod">
          <ac:chgData name="Martin Siemienski Andersen" userId="3e5b9027-db81-4bdb-8ff3-173865797b46" providerId="ADAL" clId="{80DE75E6-B9C5-4924-BF8C-CFC4D0378A0D}" dt="2023-09-22T11:53:47.514" v="2133" actId="14100"/>
          <ac:spMkLst>
            <pc:docMk/>
            <pc:sldMk cId="1819725382" sldId="425"/>
            <ac:spMk id="3" creationId="{A15C4D09-FB93-47C8-84B2-6DE459AEFE2A}"/>
          </ac:spMkLst>
        </pc:spChg>
        <pc:spChg chg="mod">
          <ac:chgData name="Martin Siemienski Andersen" userId="3e5b9027-db81-4bdb-8ff3-173865797b46" providerId="ADAL" clId="{80DE75E6-B9C5-4924-BF8C-CFC4D0378A0D}" dt="2023-09-26T07:26:18.801" v="3595" actId="2711"/>
          <ac:spMkLst>
            <pc:docMk/>
            <pc:sldMk cId="1819725382" sldId="425"/>
            <ac:spMk id="8" creationId="{6B5D18AA-2005-4837-968C-BEF4774B5D47}"/>
          </ac:spMkLst>
        </pc:spChg>
        <pc:picChg chg="mod">
          <ac:chgData name="Martin Siemienski Andersen" userId="3e5b9027-db81-4bdb-8ff3-173865797b46" providerId="ADAL" clId="{80DE75E6-B9C5-4924-BF8C-CFC4D0378A0D}" dt="2023-09-22T11:31:11.971" v="1990" actId="1076"/>
          <ac:picMkLst>
            <pc:docMk/>
            <pc:sldMk cId="1819725382" sldId="425"/>
            <ac:picMk id="6" creationId="{BEEA2955-2753-428C-899B-404C423D4912}"/>
          </ac:picMkLst>
        </pc:picChg>
        <pc:cxnChg chg="del mod">
          <ac:chgData name="Martin Siemienski Andersen" userId="3e5b9027-db81-4bdb-8ff3-173865797b46" providerId="ADAL" clId="{80DE75E6-B9C5-4924-BF8C-CFC4D0378A0D}" dt="2023-09-22T11:53:33.335" v="2129" actId="478"/>
          <ac:cxnSpMkLst>
            <pc:docMk/>
            <pc:sldMk cId="1819725382" sldId="425"/>
            <ac:cxnSpMk id="10" creationId="{4B33113A-3818-44B5-8521-BC9340B8E1B2}"/>
          </ac:cxnSpMkLst>
        </pc:cxnChg>
        <pc:cxnChg chg="del mod">
          <ac:chgData name="Martin Siemienski Andersen" userId="3e5b9027-db81-4bdb-8ff3-173865797b46" providerId="ADAL" clId="{80DE75E6-B9C5-4924-BF8C-CFC4D0378A0D}" dt="2023-09-22T11:53:32.801" v="2128" actId="478"/>
          <ac:cxnSpMkLst>
            <pc:docMk/>
            <pc:sldMk cId="1819725382" sldId="425"/>
            <ac:cxnSpMk id="13" creationId="{104F1D38-4D46-4251-87BE-D5A6373CCD52}"/>
          </ac:cxnSpMkLst>
        </pc:cxnChg>
      </pc:sldChg>
      <pc:sldChg chg="modSp mod">
        <pc:chgData name="Martin Siemienski Andersen" userId="3e5b9027-db81-4bdb-8ff3-173865797b46" providerId="ADAL" clId="{80DE75E6-B9C5-4924-BF8C-CFC4D0378A0D}" dt="2023-09-26T07:26:52.719" v="3603" actId="404"/>
        <pc:sldMkLst>
          <pc:docMk/>
          <pc:sldMk cId="2745802289" sldId="426"/>
        </pc:sldMkLst>
        <pc:spChg chg="mod">
          <ac:chgData name="Martin Siemienski Andersen" userId="3e5b9027-db81-4bdb-8ff3-173865797b46" providerId="ADAL" clId="{80DE75E6-B9C5-4924-BF8C-CFC4D0378A0D}" dt="2023-09-22T12:01:22.480" v="2411" actId="14100"/>
          <ac:spMkLst>
            <pc:docMk/>
            <pc:sldMk cId="2745802289" sldId="426"/>
            <ac:spMk id="2" creationId="{652DFB37-4794-4AAE-AE4C-9A88217565B6}"/>
          </ac:spMkLst>
        </pc:spChg>
        <pc:spChg chg="mod">
          <ac:chgData name="Martin Siemienski Andersen" userId="3e5b9027-db81-4bdb-8ff3-173865797b46" providerId="ADAL" clId="{80DE75E6-B9C5-4924-BF8C-CFC4D0378A0D}" dt="2023-09-26T07:26:52.719" v="3603" actId="404"/>
          <ac:spMkLst>
            <pc:docMk/>
            <pc:sldMk cId="2745802289" sldId="426"/>
            <ac:spMk id="15" creationId="{92EB3D95-6B7D-44DB-BB53-F882799CD014}"/>
          </ac:spMkLst>
        </pc:spChg>
        <pc:picChg chg="mod">
          <ac:chgData name="Martin Siemienski Andersen" userId="3e5b9027-db81-4bdb-8ff3-173865797b46" providerId="ADAL" clId="{80DE75E6-B9C5-4924-BF8C-CFC4D0378A0D}" dt="2023-09-26T07:23:09.164" v="3383" actId="1076"/>
          <ac:picMkLst>
            <pc:docMk/>
            <pc:sldMk cId="2745802289" sldId="426"/>
            <ac:picMk id="7" creationId="{FAC3BFA8-EBE2-419B-A089-A0E47E930C47}"/>
          </ac:picMkLst>
        </pc:picChg>
        <pc:picChg chg="mod ord">
          <ac:chgData name="Martin Siemienski Andersen" userId="3e5b9027-db81-4bdb-8ff3-173865797b46" providerId="ADAL" clId="{80DE75E6-B9C5-4924-BF8C-CFC4D0378A0D}" dt="2023-09-26T07:23:14.393" v="3385" actId="1076"/>
          <ac:picMkLst>
            <pc:docMk/>
            <pc:sldMk cId="2745802289" sldId="426"/>
            <ac:picMk id="11" creationId="{98E307F5-BAFE-4DD9-88A5-99BFA7AB1EF3}"/>
          </ac:picMkLst>
        </pc:picChg>
        <pc:picChg chg="mod">
          <ac:chgData name="Martin Siemienski Andersen" userId="3e5b9027-db81-4bdb-8ff3-173865797b46" providerId="ADAL" clId="{80DE75E6-B9C5-4924-BF8C-CFC4D0378A0D}" dt="2023-09-26T07:23:11.133" v="3384" actId="1076"/>
          <ac:picMkLst>
            <pc:docMk/>
            <pc:sldMk cId="2745802289" sldId="426"/>
            <ac:picMk id="13" creationId="{96DD7ED4-886F-46EC-8400-32B14FCEB075}"/>
          </ac:picMkLst>
        </pc:picChg>
      </pc:sldChg>
      <pc:sldChg chg="modSp mod">
        <pc:chgData name="Martin Siemienski Andersen" userId="3e5b9027-db81-4bdb-8ff3-173865797b46" providerId="ADAL" clId="{80DE75E6-B9C5-4924-BF8C-CFC4D0378A0D}" dt="2023-09-26T07:26:38.148" v="3601" actId="14100"/>
        <pc:sldMkLst>
          <pc:docMk/>
          <pc:sldMk cId="2895886679" sldId="427"/>
        </pc:sldMkLst>
        <pc:spChg chg="mod">
          <ac:chgData name="Martin Siemienski Andersen" userId="3e5b9027-db81-4bdb-8ff3-173865797b46" providerId="ADAL" clId="{80DE75E6-B9C5-4924-BF8C-CFC4D0378A0D}" dt="2023-09-26T07:26:27.258" v="3596" actId="2711"/>
          <ac:spMkLst>
            <pc:docMk/>
            <pc:sldMk cId="2895886679" sldId="427"/>
            <ac:spMk id="4" creationId="{F1064154-A3F1-4574-90EC-2D14CA6CFF7D}"/>
          </ac:spMkLst>
        </pc:spChg>
        <pc:picChg chg="mod">
          <ac:chgData name="Martin Siemienski Andersen" userId="3e5b9027-db81-4bdb-8ff3-173865797b46" providerId="ADAL" clId="{80DE75E6-B9C5-4924-BF8C-CFC4D0378A0D}" dt="2023-09-26T07:26:34.584" v="3599" actId="14100"/>
          <ac:picMkLst>
            <pc:docMk/>
            <pc:sldMk cId="2895886679" sldId="427"/>
            <ac:picMk id="7" creationId="{A7524AF6-C68C-4B11-B8D7-56B8F75F954B}"/>
          </ac:picMkLst>
        </pc:picChg>
        <pc:picChg chg="mod">
          <ac:chgData name="Martin Siemienski Andersen" userId="3e5b9027-db81-4bdb-8ff3-173865797b46" providerId="ADAL" clId="{80DE75E6-B9C5-4924-BF8C-CFC4D0378A0D}" dt="2023-09-26T07:26:38.148" v="3601" actId="14100"/>
          <ac:picMkLst>
            <pc:docMk/>
            <pc:sldMk cId="2895886679" sldId="427"/>
            <ac:picMk id="9" creationId="{523842A4-36F5-480B-BF05-D62C0E10820B}"/>
          </ac:picMkLst>
        </pc:picChg>
      </pc:sldChg>
      <pc:sldChg chg="modSp mod">
        <pc:chgData name="Martin Siemienski Andersen" userId="3e5b9027-db81-4bdb-8ff3-173865797b46" providerId="ADAL" clId="{80DE75E6-B9C5-4924-BF8C-CFC4D0378A0D}" dt="2023-09-22T07:47:09.394" v="534" actId="404"/>
        <pc:sldMkLst>
          <pc:docMk/>
          <pc:sldMk cId="4294393476" sldId="434"/>
        </pc:sldMkLst>
        <pc:spChg chg="mod">
          <ac:chgData name="Martin Siemienski Andersen" userId="3e5b9027-db81-4bdb-8ff3-173865797b46" providerId="ADAL" clId="{80DE75E6-B9C5-4924-BF8C-CFC4D0378A0D}" dt="2023-09-22T07:47:09.394" v="534" actId="404"/>
          <ac:spMkLst>
            <pc:docMk/>
            <pc:sldMk cId="4294393476" sldId="434"/>
            <ac:spMk id="5" creationId="{B735D18A-0288-6507-0214-0F91B518E50A}"/>
          </ac:spMkLst>
        </pc:spChg>
      </pc:sldChg>
      <pc:sldChg chg="modSp mod modNotesTx">
        <pc:chgData name="Martin Siemienski Andersen" userId="3e5b9027-db81-4bdb-8ff3-173865797b46" providerId="ADAL" clId="{80DE75E6-B9C5-4924-BF8C-CFC4D0378A0D}" dt="2023-09-22T11:04:04.510" v="1813" actId="2711"/>
        <pc:sldMkLst>
          <pc:docMk/>
          <pc:sldMk cId="4218932843" sldId="435"/>
        </pc:sldMkLst>
        <pc:spChg chg="mod">
          <ac:chgData name="Martin Siemienski Andersen" userId="3e5b9027-db81-4bdb-8ff3-173865797b46" providerId="ADAL" clId="{80DE75E6-B9C5-4924-BF8C-CFC4D0378A0D}" dt="2023-09-22T11:03:58.648" v="1812" actId="2711"/>
          <ac:spMkLst>
            <pc:docMk/>
            <pc:sldMk cId="4218932843" sldId="435"/>
            <ac:spMk id="4" creationId="{8B3912D4-C769-1539-BAF4-0DF050A68F0F}"/>
          </ac:spMkLst>
        </pc:spChg>
        <pc:graphicFrameChg chg="modGraphic">
          <ac:chgData name="Martin Siemienski Andersen" userId="3e5b9027-db81-4bdb-8ff3-173865797b46" providerId="ADAL" clId="{80DE75E6-B9C5-4924-BF8C-CFC4D0378A0D}" dt="2023-09-22T11:04:04.510" v="1813" actId="2711"/>
          <ac:graphicFrameMkLst>
            <pc:docMk/>
            <pc:sldMk cId="4218932843" sldId="435"/>
            <ac:graphicFrameMk id="5" creationId="{1ED798FD-CED7-981B-21EB-EC585A57DF8F}"/>
          </ac:graphicFrameMkLst>
        </pc:graphicFrameChg>
      </pc:sldChg>
      <pc:sldChg chg="modSp mod">
        <pc:chgData name="Martin Siemienski Andersen" userId="3e5b9027-db81-4bdb-8ff3-173865797b46" providerId="ADAL" clId="{80DE75E6-B9C5-4924-BF8C-CFC4D0378A0D}" dt="2023-09-22T11:06:09.281" v="1870" actId="6549"/>
        <pc:sldMkLst>
          <pc:docMk/>
          <pc:sldMk cId="3670104394" sldId="436"/>
        </pc:sldMkLst>
        <pc:spChg chg="mod">
          <ac:chgData name="Martin Siemienski Andersen" userId="3e5b9027-db81-4bdb-8ff3-173865797b46" providerId="ADAL" clId="{80DE75E6-B9C5-4924-BF8C-CFC4D0378A0D}" dt="2023-09-22T11:06:09.281" v="1870" actId="6549"/>
          <ac:spMkLst>
            <pc:docMk/>
            <pc:sldMk cId="3670104394" sldId="436"/>
            <ac:spMk id="5" creationId="{44B0FF57-A40B-43F7-848F-A2852473DEB8}"/>
          </ac:spMkLst>
        </pc:spChg>
      </pc:sldChg>
      <pc:sldChg chg="modSp mod">
        <pc:chgData name="Martin Siemienski Andersen" userId="3e5b9027-db81-4bdb-8ff3-173865797b46" providerId="ADAL" clId="{80DE75E6-B9C5-4924-BF8C-CFC4D0378A0D}" dt="2023-09-26T07:26:11.878" v="3594" actId="2711"/>
        <pc:sldMkLst>
          <pc:docMk/>
          <pc:sldMk cId="3315366021" sldId="437"/>
        </pc:sldMkLst>
        <pc:spChg chg="mod">
          <ac:chgData name="Martin Siemienski Andersen" userId="3e5b9027-db81-4bdb-8ff3-173865797b46" providerId="ADAL" clId="{80DE75E6-B9C5-4924-BF8C-CFC4D0378A0D}" dt="2023-09-26T07:25:08.849" v="3478" actId="20577"/>
          <ac:spMkLst>
            <pc:docMk/>
            <pc:sldMk cId="3315366021" sldId="437"/>
            <ac:spMk id="3" creationId="{2D38AE2C-1E04-7169-BC95-B52F0AF8F628}"/>
          </ac:spMkLst>
        </pc:spChg>
        <pc:spChg chg="mod">
          <ac:chgData name="Martin Siemienski Andersen" userId="3e5b9027-db81-4bdb-8ff3-173865797b46" providerId="ADAL" clId="{80DE75E6-B9C5-4924-BF8C-CFC4D0378A0D}" dt="2023-09-26T07:26:11.878" v="3594" actId="2711"/>
          <ac:spMkLst>
            <pc:docMk/>
            <pc:sldMk cId="3315366021" sldId="437"/>
            <ac:spMk id="4" creationId="{26371522-0A25-4D52-557E-9010762317EF}"/>
          </ac:spMkLst>
        </pc:spChg>
      </pc:sldChg>
      <pc:sldChg chg="add ord">
        <pc:chgData name="Martin Siemienski Andersen" userId="3e5b9027-db81-4bdb-8ff3-173865797b46" providerId="ADAL" clId="{80DE75E6-B9C5-4924-BF8C-CFC4D0378A0D}" dt="2023-09-26T07:20:59.304" v="3373" actId="20578"/>
        <pc:sldMkLst>
          <pc:docMk/>
          <pc:sldMk cId="198355658" sldId="438"/>
        </pc:sldMkLst>
      </pc:sldChg>
      <pc:sldChg chg="del">
        <pc:chgData name="Martin Siemienski Andersen" userId="3e5b9027-db81-4bdb-8ff3-173865797b46" providerId="ADAL" clId="{80DE75E6-B9C5-4924-BF8C-CFC4D0378A0D}" dt="2023-09-26T07:18:31.253" v="3369" actId="2696"/>
        <pc:sldMkLst>
          <pc:docMk/>
          <pc:sldMk cId="2517455520" sldId="438"/>
        </pc:sldMkLst>
      </pc:sldChg>
      <pc:sldChg chg="addSp delSp modSp new mod modAnim">
        <pc:chgData name="Martin Siemienski Andersen" userId="3e5b9027-db81-4bdb-8ff3-173865797b46" providerId="ADAL" clId="{80DE75E6-B9C5-4924-BF8C-CFC4D0378A0D}" dt="2023-09-22T10:47:09.734" v="1665"/>
        <pc:sldMkLst>
          <pc:docMk/>
          <pc:sldMk cId="1532256317" sldId="439"/>
        </pc:sldMkLst>
        <pc:spChg chg="mod">
          <ac:chgData name="Martin Siemienski Andersen" userId="3e5b9027-db81-4bdb-8ff3-173865797b46" providerId="ADAL" clId="{80DE75E6-B9C5-4924-BF8C-CFC4D0378A0D}" dt="2023-09-22T07:05:54.165" v="59" actId="20577"/>
          <ac:spMkLst>
            <pc:docMk/>
            <pc:sldMk cId="1532256317" sldId="439"/>
            <ac:spMk id="3" creationId="{A80E2DB1-358A-650F-92B3-3FA7C037F8CD}"/>
          </ac:spMkLst>
        </pc:spChg>
        <pc:spChg chg="del">
          <ac:chgData name="Martin Siemienski Andersen" userId="3e5b9027-db81-4bdb-8ff3-173865797b46" providerId="ADAL" clId="{80DE75E6-B9C5-4924-BF8C-CFC4D0378A0D}" dt="2023-09-22T07:13:43.653" v="191" actId="478"/>
          <ac:spMkLst>
            <pc:docMk/>
            <pc:sldMk cId="1532256317" sldId="439"/>
            <ac:spMk id="4" creationId="{91789B68-B8FE-AE0F-BACA-31AD246F74FE}"/>
          </ac:spMkLst>
        </pc:spChg>
        <pc:spChg chg="add mod">
          <ac:chgData name="Martin Siemienski Andersen" userId="3e5b9027-db81-4bdb-8ff3-173865797b46" providerId="ADAL" clId="{80DE75E6-B9C5-4924-BF8C-CFC4D0378A0D}" dt="2023-09-22T07:19:30.040" v="237" actId="1076"/>
          <ac:spMkLst>
            <pc:docMk/>
            <pc:sldMk cId="1532256317" sldId="439"/>
            <ac:spMk id="6" creationId="{97D5A4CA-D2B2-DCBE-A010-AC4311530C5B}"/>
          </ac:spMkLst>
        </pc:spChg>
        <pc:spChg chg="add mod">
          <ac:chgData name="Martin Siemienski Andersen" userId="3e5b9027-db81-4bdb-8ff3-173865797b46" providerId="ADAL" clId="{80DE75E6-B9C5-4924-BF8C-CFC4D0378A0D}" dt="2023-09-22T07:21:57.022" v="266" actId="1076"/>
          <ac:spMkLst>
            <pc:docMk/>
            <pc:sldMk cId="1532256317" sldId="439"/>
            <ac:spMk id="7" creationId="{45D186D2-368E-D004-0358-1361075DB758}"/>
          </ac:spMkLst>
        </pc:spChg>
        <pc:spChg chg="add mod">
          <ac:chgData name="Martin Siemienski Andersen" userId="3e5b9027-db81-4bdb-8ff3-173865797b46" providerId="ADAL" clId="{80DE75E6-B9C5-4924-BF8C-CFC4D0378A0D}" dt="2023-09-22T10:47:09.734" v="1665"/>
          <ac:spMkLst>
            <pc:docMk/>
            <pc:sldMk cId="1532256317" sldId="439"/>
            <ac:spMk id="8" creationId="{135D5EBE-E470-DD19-E295-4506FA6E88DE}"/>
          </ac:spMkLst>
        </pc:spChg>
        <pc:spChg chg="add mod">
          <ac:chgData name="Martin Siemienski Andersen" userId="3e5b9027-db81-4bdb-8ff3-173865797b46" providerId="ADAL" clId="{80DE75E6-B9C5-4924-BF8C-CFC4D0378A0D}" dt="2023-09-22T07:22:02.803" v="267" actId="1076"/>
          <ac:spMkLst>
            <pc:docMk/>
            <pc:sldMk cId="1532256317" sldId="439"/>
            <ac:spMk id="9" creationId="{13F9B42C-0038-8C9E-0025-1B3CEB7F25E0}"/>
          </ac:spMkLst>
        </pc:spChg>
      </pc:sldChg>
      <pc:sldChg chg="addSp delSp modSp add mod delAnim modAnim">
        <pc:chgData name="Martin Siemienski Andersen" userId="3e5b9027-db81-4bdb-8ff3-173865797b46" providerId="ADAL" clId="{80DE75E6-B9C5-4924-BF8C-CFC4D0378A0D}" dt="2023-09-26T07:21:15.991" v="3374" actId="478"/>
        <pc:sldMkLst>
          <pc:docMk/>
          <pc:sldMk cId="1199953443" sldId="440"/>
        </pc:sldMkLst>
        <pc:spChg chg="mod">
          <ac:chgData name="Martin Siemienski Andersen" userId="3e5b9027-db81-4bdb-8ff3-173865797b46" providerId="ADAL" clId="{80DE75E6-B9C5-4924-BF8C-CFC4D0378A0D}" dt="2023-09-22T07:06:41.195" v="63" actId="20577"/>
          <ac:spMkLst>
            <pc:docMk/>
            <pc:sldMk cId="1199953443" sldId="440"/>
            <ac:spMk id="3" creationId="{A80E2DB1-358A-650F-92B3-3FA7C037F8CD}"/>
          </ac:spMkLst>
        </pc:spChg>
        <pc:spChg chg="del">
          <ac:chgData name="Martin Siemienski Andersen" userId="3e5b9027-db81-4bdb-8ff3-173865797b46" providerId="ADAL" clId="{80DE75E6-B9C5-4924-BF8C-CFC4D0378A0D}" dt="2023-09-26T07:21:15.991" v="3374" actId="478"/>
          <ac:spMkLst>
            <pc:docMk/>
            <pc:sldMk cId="1199953443" sldId="440"/>
            <ac:spMk id="4" creationId="{91789B68-B8FE-AE0F-BACA-31AD246F74FE}"/>
          </ac:spMkLst>
        </pc:spChg>
        <pc:spChg chg="add del mod">
          <ac:chgData name="Martin Siemienski Andersen" userId="3e5b9027-db81-4bdb-8ff3-173865797b46" providerId="ADAL" clId="{80DE75E6-B9C5-4924-BF8C-CFC4D0378A0D}" dt="2023-09-22T07:08:28.467" v="70" actId="21"/>
          <ac:spMkLst>
            <pc:docMk/>
            <pc:sldMk cId="1199953443" sldId="440"/>
            <ac:spMk id="5" creationId="{00081917-B4F8-6962-9675-F0B81AE7A11F}"/>
          </ac:spMkLst>
        </pc:spChg>
        <pc:spChg chg="del mod">
          <ac:chgData name="Martin Siemienski Andersen" userId="3e5b9027-db81-4bdb-8ff3-173865797b46" providerId="ADAL" clId="{80DE75E6-B9C5-4924-BF8C-CFC4D0378A0D}" dt="2023-09-22T07:14:13.629" v="198" actId="478"/>
          <ac:spMkLst>
            <pc:docMk/>
            <pc:sldMk cId="1199953443" sldId="440"/>
            <ac:spMk id="6" creationId="{97D5A4CA-D2B2-DCBE-A010-AC4311530C5B}"/>
          </ac:spMkLst>
        </pc:spChg>
        <pc:spChg chg="add del mod">
          <ac:chgData name="Martin Siemienski Andersen" userId="3e5b9027-db81-4bdb-8ff3-173865797b46" providerId="ADAL" clId="{80DE75E6-B9C5-4924-BF8C-CFC4D0378A0D}" dt="2023-09-22T07:11:34.926" v="98" actId="21"/>
          <ac:spMkLst>
            <pc:docMk/>
            <pc:sldMk cId="1199953443" sldId="440"/>
            <ac:spMk id="8" creationId="{A05764C1-9109-9F43-CC4D-CDC6C6BAF2EF}"/>
          </ac:spMkLst>
        </pc:spChg>
        <pc:spChg chg="add mod">
          <ac:chgData name="Martin Siemienski Andersen" userId="3e5b9027-db81-4bdb-8ff3-173865797b46" providerId="ADAL" clId="{80DE75E6-B9C5-4924-BF8C-CFC4D0378A0D}" dt="2023-09-22T07:19:36.808" v="238" actId="1076"/>
          <ac:spMkLst>
            <pc:docMk/>
            <pc:sldMk cId="1199953443" sldId="440"/>
            <ac:spMk id="9" creationId="{700A40B9-D5C2-D437-7991-A99D85444450}"/>
          </ac:spMkLst>
        </pc:spChg>
        <pc:spChg chg="add del mod">
          <ac:chgData name="Martin Siemienski Andersen" userId="3e5b9027-db81-4bdb-8ff3-173865797b46" providerId="ADAL" clId="{80DE75E6-B9C5-4924-BF8C-CFC4D0378A0D}" dt="2023-09-22T07:21:00.964" v="251" actId="478"/>
          <ac:spMkLst>
            <pc:docMk/>
            <pc:sldMk cId="1199953443" sldId="440"/>
            <ac:spMk id="11" creationId="{11911970-5004-C61A-9EFD-0222D1ECFCF7}"/>
          </ac:spMkLst>
        </pc:spChg>
        <pc:spChg chg="add del mod">
          <ac:chgData name="Martin Siemienski Andersen" userId="3e5b9027-db81-4bdb-8ff3-173865797b46" providerId="ADAL" clId="{80DE75E6-B9C5-4924-BF8C-CFC4D0378A0D}" dt="2023-09-22T07:21:46.546" v="265"/>
          <ac:spMkLst>
            <pc:docMk/>
            <pc:sldMk cId="1199953443" sldId="440"/>
            <ac:spMk id="12" creationId="{6B407683-BAD9-E087-FE01-4366EAADA1B6}"/>
          </ac:spMkLst>
        </pc:spChg>
        <pc:spChg chg="add del mod">
          <ac:chgData name="Martin Siemienski Andersen" userId="3e5b9027-db81-4bdb-8ff3-173865797b46" providerId="ADAL" clId="{80DE75E6-B9C5-4924-BF8C-CFC4D0378A0D}" dt="2023-09-22T07:21:31.926" v="256"/>
          <ac:spMkLst>
            <pc:docMk/>
            <pc:sldMk cId="1199953443" sldId="440"/>
            <ac:spMk id="13" creationId="{29040317-CCC0-AA12-DFBB-D7333604CCBA}"/>
          </ac:spMkLst>
        </pc:spChg>
        <pc:spChg chg="add mod">
          <ac:chgData name="Martin Siemienski Andersen" userId="3e5b9027-db81-4bdb-8ff3-173865797b46" providerId="ADAL" clId="{80DE75E6-B9C5-4924-BF8C-CFC4D0378A0D}" dt="2023-09-22T10:47:05.150" v="1664" actId="6549"/>
          <ac:spMkLst>
            <pc:docMk/>
            <pc:sldMk cId="1199953443" sldId="440"/>
            <ac:spMk id="14" creationId="{70321D9B-26CE-7008-8BD8-46B5ADD83A8D}"/>
          </ac:spMkLst>
        </pc:spChg>
        <pc:spChg chg="add mod">
          <ac:chgData name="Martin Siemienski Andersen" userId="3e5b9027-db81-4bdb-8ff3-173865797b46" providerId="ADAL" clId="{80DE75E6-B9C5-4924-BF8C-CFC4D0378A0D}" dt="2023-09-22T07:27:27.248" v="271" actId="14100"/>
          <ac:spMkLst>
            <pc:docMk/>
            <pc:sldMk cId="1199953443" sldId="440"/>
            <ac:spMk id="15" creationId="{D5F0BE8A-2972-B14E-8A1D-A18A126C2502}"/>
          </ac:spMkLst>
        </pc:spChg>
      </pc:sldChg>
      <pc:sldChg chg="delSp modSp add mod">
        <pc:chgData name="Martin Siemienski Andersen" userId="3e5b9027-db81-4bdb-8ff3-173865797b46" providerId="ADAL" clId="{80DE75E6-B9C5-4924-BF8C-CFC4D0378A0D}" dt="2023-09-22T10:46:39.591" v="1633" actId="20577"/>
        <pc:sldMkLst>
          <pc:docMk/>
          <pc:sldMk cId="3042117320" sldId="441"/>
        </pc:sldMkLst>
        <pc:spChg chg="mod">
          <ac:chgData name="Martin Siemienski Andersen" userId="3e5b9027-db81-4bdb-8ff3-173865797b46" providerId="ADAL" clId="{80DE75E6-B9C5-4924-BF8C-CFC4D0378A0D}" dt="2023-09-22T10:26:07.457" v="1089" actId="14100"/>
          <ac:spMkLst>
            <pc:docMk/>
            <pc:sldMk cId="3042117320" sldId="441"/>
            <ac:spMk id="3" creationId="{A80E2DB1-358A-650F-92B3-3FA7C037F8CD}"/>
          </ac:spMkLst>
        </pc:spChg>
        <pc:spChg chg="del mod">
          <ac:chgData name="Martin Siemienski Andersen" userId="3e5b9027-db81-4bdb-8ff3-173865797b46" providerId="ADAL" clId="{80DE75E6-B9C5-4924-BF8C-CFC4D0378A0D}" dt="2023-09-22T10:45:28.710" v="1561" actId="478"/>
          <ac:spMkLst>
            <pc:docMk/>
            <pc:sldMk cId="3042117320" sldId="441"/>
            <ac:spMk id="4" creationId="{91789B68-B8FE-AE0F-BACA-31AD246F74FE}"/>
          </ac:spMkLst>
        </pc:spChg>
        <pc:spChg chg="mod">
          <ac:chgData name="Martin Siemienski Andersen" userId="3e5b9027-db81-4bdb-8ff3-173865797b46" providerId="ADAL" clId="{80DE75E6-B9C5-4924-BF8C-CFC4D0378A0D}" dt="2023-09-22T10:46:39.591" v="1633" actId="20577"/>
          <ac:spMkLst>
            <pc:docMk/>
            <pc:sldMk cId="3042117320" sldId="441"/>
            <ac:spMk id="14" creationId="{70321D9B-26CE-7008-8BD8-46B5ADD83A8D}"/>
          </ac:spMkLst>
        </pc:spChg>
      </pc:sldChg>
      <pc:sldChg chg="delSp modSp add mod">
        <pc:chgData name="Martin Siemienski Andersen" userId="3e5b9027-db81-4bdb-8ff3-173865797b46" providerId="ADAL" clId="{80DE75E6-B9C5-4924-BF8C-CFC4D0378A0D}" dt="2023-09-22T10:46:48.274" v="1651" actId="20577"/>
        <pc:sldMkLst>
          <pc:docMk/>
          <pc:sldMk cId="1972479243" sldId="442"/>
        </pc:sldMkLst>
        <pc:spChg chg="mod">
          <ac:chgData name="Martin Siemienski Andersen" userId="3e5b9027-db81-4bdb-8ff3-173865797b46" providerId="ADAL" clId="{80DE75E6-B9C5-4924-BF8C-CFC4D0378A0D}" dt="2023-09-22T07:29:54.168" v="292" actId="20577"/>
          <ac:spMkLst>
            <pc:docMk/>
            <pc:sldMk cId="1972479243" sldId="442"/>
            <ac:spMk id="3" creationId="{A80E2DB1-358A-650F-92B3-3FA7C037F8CD}"/>
          </ac:spMkLst>
        </pc:spChg>
        <pc:spChg chg="del">
          <ac:chgData name="Martin Siemienski Andersen" userId="3e5b9027-db81-4bdb-8ff3-173865797b46" providerId="ADAL" clId="{80DE75E6-B9C5-4924-BF8C-CFC4D0378A0D}" dt="2023-09-22T10:42:57.669" v="1546" actId="478"/>
          <ac:spMkLst>
            <pc:docMk/>
            <pc:sldMk cId="1972479243" sldId="442"/>
            <ac:spMk id="4" creationId="{91789B68-B8FE-AE0F-BACA-31AD246F74FE}"/>
          </ac:spMkLst>
        </pc:spChg>
        <pc:spChg chg="mod">
          <ac:chgData name="Martin Siemienski Andersen" userId="3e5b9027-db81-4bdb-8ff3-173865797b46" providerId="ADAL" clId="{80DE75E6-B9C5-4924-BF8C-CFC4D0378A0D}" dt="2023-09-22T10:43:23.686" v="1558"/>
          <ac:spMkLst>
            <pc:docMk/>
            <pc:sldMk cId="1972479243" sldId="442"/>
            <ac:spMk id="9" creationId="{700A40B9-D5C2-D437-7991-A99D85444450}"/>
          </ac:spMkLst>
        </pc:spChg>
        <pc:spChg chg="mod">
          <ac:chgData name="Martin Siemienski Andersen" userId="3e5b9027-db81-4bdb-8ff3-173865797b46" providerId="ADAL" clId="{80DE75E6-B9C5-4924-BF8C-CFC4D0378A0D}" dt="2023-09-22T10:46:48.274" v="1651" actId="20577"/>
          <ac:spMkLst>
            <pc:docMk/>
            <pc:sldMk cId="1972479243" sldId="442"/>
            <ac:spMk id="14" creationId="{70321D9B-26CE-7008-8BD8-46B5ADD83A8D}"/>
          </ac:spMkLst>
        </pc:spChg>
      </pc:sldChg>
      <pc:sldChg chg="delSp modSp add mod">
        <pc:chgData name="Martin Siemienski Andersen" userId="3e5b9027-db81-4bdb-8ff3-173865797b46" providerId="ADAL" clId="{80DE75E6-B9C5-4924-BF8C-CFC4D0378A0D}" dt="2023-09-26T07:33:08.760" v="3869" actId="20577"/>
        <pc:sldMkLst>
          <pc:docMk/>
          <pc:sldMk cId="1643039985" sldId="443"/>
        </pc:sldMkLst>
        <pc:spChg chg="mod">
          <ac:chgData name="Martin Siemienski Andersen" userId="3e5b9027-db81-4bdb-8ff3-173865797b46" providerId="ADAL" clId="{80DE75E6-B9C5-4924-BF8C-CFC4D0378A0D}" dt="2023-09-26T07:29:06.436" v="3618" actId="14100"/>
          <ac:spMkLst>
            <pc:docMk/>
            <pc:sldMk cId="1643039985" sldId="443"/>
            <ac:spMk id="3" creationId="{A80E2DB1-358A-650F-92B3-3FA7C037F8CD}"/>
          </ac:spMkLst>
        </pc:spChg>
        <pc:spChg chg="del">
          <ac:chgData name="Martin Siemienski Andersen" userId="3e5b9027-db81-4bdb-8ff3-173865797b46" providerId="ADAL" clId="{80DE75E6-B9C5-4924-BF8C-CFC4D0378A0D}" dt="2023-09-22T07:39:00.979" v="426" actId="478"/>
          <ac:spMkLst>
            <pc:docMk/>
            <pc:sldMk cId="1643039985" sldId="443"/>
            <ac:spMk id="4" creationId="{91789B68-B8FE-AE0F-BACA-31AD246F74FE}"/>
          </ac:spMkLst>
        </pc:spChg>
        <pc:spChg chg="mod">
          <ac:chgData name="Martin Siemienski Andersen" userId="3e5b9027-db81-4bdb-8ff3-173865797b46" providerId="ADAL" clId="{80DE75E6-B9C5-4924-BF8C-CFC4D0378A0D}" dt="2023-09-26T07:33:08.760" v="3869" actId="20577"/>
          <ac:spMkLst>
            <pc:docMk/>
            <pc:sldMk cId="1643039985" sldId="443"/>
            <ac:spMk id="9" creationId="{700A40B9-D5C2-D437-7991-A99D85444450}"/>
          </ac:spMkLst>
        </pc:spChg>
        <pc:spChg chg="mod">
          <ac:chgData name="Martin Siemienski Andersen" userId="3e5b9027-db81-4bdb-8ff3-173865797b46" providerId="ADAL" clId="{80DE75E6-B9C5-4924-BF8C-CFC4D0378A0D}" dt="2023-09-22T10:46:43.501" v="1641" actId="20577"/>
          <ac:spMkLst>
            <pc:docMk/>
            <pc:sldMk cId="1643039985" sldId="443"/>
            <ac:spMk id="14" creationId="{70321D9B-26CE-7008-8BD8-46B5ADD83A8D}"/>
          </ac:spMkLst>
        </pc:spChg>
      </pc:sldChg>
      <pc:sldChg chg="add">
        <pc:chgData name="Martin Siemienski Andersen" userId="3e5b9027-db81-4bdb-8ff3-173865797b46" providerId="ADAL" clId="{80DE75E6-B9C5-4924-BF8C-CFC4D0378A0D}" dt="2023-09-22T07:43:28.338" v="456"/>
        <pc:sldMkLst>
          <pc:docMk/>
          <pc:sldMk cId="3114610786" sldId="444"/>
        </pc:sldMkLst>
      </pc:sldChg>
      <pc:sldChg chg="addSp modSp add del mod">
        <pc:chgData name="Martin Siemienski Andersen" userId="3e5b9027-db81-4bdb-8ff3-173865797b46" providerId="ADAL" clId="{80DE75E6-B9C5-4924-BF8C-CFC4D0378A0D}" dt="2023-09-22T08:17:28.543" v="680" actId="47"/>
        <pc:sldMkLst>
          <pc:docMk/>
          <pc:sldMk cId="1436025136" sldId="445"/>
        </pc:sldMkLst>
        <pc:spChg chg="add mod">
          <ac:chgData name="Martin Siemienski Andersen" userId="3e5b9027-db81-4bdb-8ff3-173865797b46" providerId="ADAL" clId="{80DE75E6-B9C5-4924-BF8C-CFC4D0378A0D}" dt="2023-09-22T08:17:22.643" v="679" actId="14100"/>
          <ac:spMkLst>
            <pc:docMk/>
            <pc:sldMk cId="1436025136" sldId="445"/>
            <ac:spMk id="7" creationId="{B6D6DAE2-2538-EE86-B590-3D771E9D386B}"/>
          </ac:spMkLst>
        </pc:spChg>
      </pc:sldChg>
      <pc:sldChg chg="addSp delSp modSp add mod delAnim modAnim">
        <pc:chgData name="Martin Siemienski Andersen" userId="3e5b9027-db81-4bdb-8ff3-173865797b46" providerId="ADAL" clId="{80DE75E6-B9C5-4924-BF8C-CFC4D0378A0D}" dt="2023-09-26T06:48:30.597" v="2528" actId="20577"/>
        <pc:sldMkLst>
          <pc:docMk/>
          <pc:sldMk cId="2335939882" sldId="445"/>
        </pc:sldMkLst>
        <pc:spChg chg="add mod">
          <ac:chgData name="Martin Siemienski Andersen" userId="3e5b9027-db81-4bdb-8ff3-173865797b46" providerId="ADAL" clId="{80DE75E6-B9C5-4924-BF8C-CFC4D0378A0D}" dt="2023-09-26T06:48:06.149" v="2497" actId="20577"/>
          <ac:spMkLst>
            <pc:docMk/>
            <pc:sldMk cId="2335939882" sldId="445"/>
            <ac:spMk id="9" creationId="{BE2CB78F-CB82-F2ED-DDEE-B139E3C89CD8}"/>
          </ac:spMkLst>
        </pc:spChg>
        <pc:spChg chg="del">
          <ac:chgData name="Martin Siemienski Andersen" userId="3e5b9027-db81-4bdb-8ff3-173865797b46" providerId="ADAL" clId="{80DE75E6-B9C5-4924-BF8C-CFC4D0378A0D}" dt="2023-09-22T09:28:28.039" v="994" actId="478"/>
          <ac:spMkLst>
            <pc:docMk/>
            <pc:sldMk cId="2335939882" sldId="445"/>
            <ac:spMk id="10" creationId="{59736BE8-A981-4C28-B774-AA5300F9F245}"/>
          </ac:spMkLst>
        </pc:spChg>
        <pc:spChg chg="del mod topLvl">
          <ac:chgData name="Martin Siemienski Andersen" userId="3e5b9027-db81-4bdb-8ff3-173865797b46" providerId="ADAL" clId="{80DE75E6-B9C5-4924-BF8C-CFC4D0378A0D}" dt="2023-09-22T09:28:32.843" v="998" actId="478"/>
          <ac:spMkLst>
            <pc:docMk/>
            <pc:sldMk cId="2335939882" sldId="445"/>
            <ac:spMk id="12" creationId="{598216A8-F441-454E-B604-52733DEB161A}"/>
          </ac:spMkLst>
        </pc:spChg>
        <pc:spChg chg="add del">
          <ac:chgData name="Martin Siemienski Andersen" userId="3e5b9027-db81-4bdb-8ff3-173865797b46" providerId="ADAL" clId="{80DE75E6-B9C5-4924-BF8C-CFC4D0378A0D}" dt="2023-09-22T09:38:38.498" v="1010" actId="22"/>
          <ac:spMkLst>
            <pc:docMk/>
            <pc:sldMk cId="2335939882" sldId="445"/>
            <ac:spMk id="18" creationId="{B8701A4A-7E55-18B6-A9EB-708A45D434F0}"/>
          </ac:spMkLst>
        </pc:spChg>
        <pc:spChg chg="del">
          <ac:chgData name="Martin Siemienski Andersen" userId="3e5b9027-db81-4bdb-8ff3-173865797b46" providerId="ADAL" clId="{80DE75E6-B9C5-4924-BF8C-CFC4D0378A0D}" dt="2023-09-22T09:28:26.280" v="993" actId="478"/>
          <ac:spMkLst>
            <pc:docMk/>
            <pc:sldMk cId="2335939882" sldId="445"/>
            <ac:spMk id="19" creationId="{B5B5DFEE-3EB8-4FF4-A782-20DDEF9A3669}"/>
          </ac:spMkLst>
        </pc:spChg>
        <pc:spChg chg="add mod">
          <ac:chgData name="Martin Siemienski Andersen" userId="3e5b9027-db81-4bdb-8ff3-173865797b46" providerId="ADAL" clId="{80DE75E6-B9C5-4924-BF8C-CFC4D0378A0D}" dt="2023-09-26T06:48:30.597" v="2528" actId="20577"/>
          <ac:spMkLst>
            <pc:docMk/>
            <pc:sldMk cId="2335939882" sldId="445"/>
            <ac:spMk id="22" creationId="{7BA135D8-B505-D788-E8CE-7309E0603978}"/>
          </ac:spMkLst>
        </pc:spChg>
        <pc:spChg chg="add mod">
          <ac:chgData name="Martin Siemienski Andersen" userId="3e5b9027-db81-4bdb-8ff3-173865797b46" providerId="ADAL" clId="{80DE75E6-B9C5-4924-BF8C-CFC4D0378A0D}" dt="2023-09-22T09:45:19.166" v="1037" actId="1076"/>
          <ac:spMkLst>
            <pc:docMk/>
            <pc:sldMk cId="2335939882" sldId="445"/>
            <ac:spMk id="32" creationId="{F8D0BA30-E205-4B51-7574-A8451AF54465}"/>
          </ac:spMkLst>
        </pc:spChg>
        <pc:spChg chg="add mod">
          <ac:chgData name="Martin Siemienski Andersen" userId="3e5b9027-db81-4bdb-8ff3-173865797b46" providerId="ADAL" clId="{80DE75E6-B9C5-4924-BF8C-CFC4D0378A0D}" dt="2023-09-22T09:46:47.607" v="1051" actId="14100"/>
          <ac:spMkLst>
            <pc:docMk/>
            <pc:sldMk cId="2335939882" sldId="445"/>
            <ac:spMk id="33" creationId="{C2DAB4B9-D14F-5CC9-D3E5-D2A6033D7D8E}"/>
          </ac:spMkLst>
        </pc:spChg>
        <pc:spChg chg="add mod">
          <ac:chgData name="Martin Siemienski Andersen" userId="3e5b9027-db81-4bdb-8ff3-173865797b46" providerId="ADAL" clId="{80DE75E6-B9C5-4924-BF8C-CFC4D0378A0D}" dt="2023-09-22T09:47:21.067" v="1058" actId="14100"/>
          <ac:spMkLst>
            <pc:docMk/>
            <pc:sldMk cId="2335939882" sldId="445"/>
            <ac:spMk id="34" creationId="{73F61F4C-5A47-879F-12CB-F212F3ED2114}"/>
          </ac:spMkLst>
        </pc:spChg>
        <pc:spChg chg="add del mod">
          <ac:chgData name="Martin Siemienski Andersen" userId="3e5b9027-db81-4bdb-8ff3-173865797b46" providerId="ADAL" clId="{80DE75E6-B9C5-4924-BF8C-CFC4D0378A0D}" dt="2023-09-22T09:48:10.121" v="1064" actId="478"/>
          <ac:spMkLst>
            <pc:docMk/>
            <pc:sldMk cId="2335939882" sldId="445"/>
            <ac:spMk id="35" creationId="{23FB21FE-FF37-A0DC-DBAE-558D95D479C3}"/>
          </ac:spMkLst>
        </pc:spChg>
        <pc:grpChg chg="del">
          <ac:chgData name="Martin Siemienski Andersen" userId="3e5b9027-db81-4bdb-8ff3-173865797b46" providerId="ADAL" clId="{80DE75E6-B9C5-4924-BF8C-CFC4D0378A0D}" dt="2023-09-22T09:28:29.185" v="995" actId="478"/>
          <ac:grpSpMkLst>
            <pc:docMk/>
            <pc:sldMk cId="2335939882" sldId="445"/>
            <ac:grpSpMk id="7" creationId="{102DE37C-386A-4D0E-8D79-6DDDD63E1760}"/>
          </ac:grpSpMkLst>
        </pc:grpChg>
        <pc:grpChg chg="del">
          <ac:chgData name="Martin Siemienski Andersen" userId="3e5b9027-db81-4bdb-8ff3-173865797b46" providerId="ADAL" clId="{80DE75E6-B9C5-4924-BF8C-CFC4D0378A0D}" dt="2023-09-22T09:28:30.802" v="997" actId="478"/>
          <ac:grpSpMkLst>
            <pc:docMk/>
            <pc:sldMk cId="2335939882" sldId="445"/>
            <ac:grpSpMk id="11" creationId="{0852856B-7C91-46B4-AC10-FC304793D6E5}"/>
          </ac:grpSpMkLst>
        </pc:grpChg>
        <pc:grpChg chg="del">
          <ac:chgData name="Martin Siemienski Andersen" userId="3e5b9027-db81-4bdb-8ff3-173865797b46" providerId="ADAL" clId="{80DE75E6-B9C5-4924-BF8C-CFC4D0378A0D}" dt="2023-09-22T09:28:26.280" v="993" actId="478"/>
          <ac:grpSpMkLst>
            <pc:docMk/>
            <pc:sldMk cId="2335939882" sldId="445"/>
            <ac:grpSpMk id="14" creationId="{177B187B-AA19-40D4-B8CB-4269B861DC15}"/>
          </ac:grpSpMkLst>
        </pc:grpChg>
        <pc:picChg chg="del">
          <ac:chgData name="Martin Siemienski Andersen" userId="3e5b9027-db81-4bdb-8ff3-173865797b46" providerId="ADAL" clId="{80DE75E6-B9C5-4924-BF8C-CFC4D0378A0D}" dt="2023-09-22T09:28:21.549" v="992" actId="478"/>
          <ac:picMkLst>
            <pc:docMk/>
            <pc:sldMk cId="2335939882" sldId="445"/>
            <ac:picMk id="8" creationId="{D5B59A7E-4FB4-4F94-B788-D06EAB131245}"/>
          </ac:picMkLst>
        </pc:picChg>
        <pc:picChg chg="del">
          <ac:chgData name="Martin Siemienski Andersen" userId="3e5b9027-db81-4bdb-8ff3-173865797b46" providerId="ADAL" clId="{80DE75E6-B9C5-4924-BF8C-CFC4D0378A0D}" dt="2023-09-22T09:28:26.280" v="993" actId="478"/>
          <ac:picMkLst>
            <pc:docMk/>
            <pc:sldMk cId="2335939882" sldId="445"/>
            <ac:picMk id="21" creationId="{FD4443CB-5887-4557-8EBF-F93C4B60DB8D}"/>
          </ac:picMkLst>
        </pc:picChg>
        <pc:cxnChg chg="del topLvl">
          <ac:chgData name="Martin Siemienski Andersen" userId="3e5b9027-db81-4bdb-8ff3-173865797b46" providerId="ADAL" clId="{80DE75E6-B9C5-4924-BF8C-CFC4D0378A0D}" dt="2023-09-22T09:28:30.802" v="997" actId="478"/>
          <ac:cxnSpMkLst>
            <pc:docMk/>
            <pc:sldMk cId="2335939882" sldId="445"/>
            <ac:cxnSpMk id="13" creationId="{7EB0C173-D193-4718-A6F4-49FDC9E7FCE9}"/>
          </ac:cxnSpMkLst>
        </pc:cxnChg>
        <pc:cxnChg chg="add mod">
          <ac:chgData name="Martin Siemienski Andersen" userId="3e5b9027-db81-4bdb-8ff3-173865797b46" providerId="ADAL" clId="{80DE75E6-B9C5-4924-BF8C-CFC4D0378A0D}" dt="2023-09-22T09:46:58.943" v="1053" actId="14100"/>
          <ac:cxnSpMkLst>
            <pc:docMk/>
            <pc:sldMk cId="2335939882" sldId="445"/>
            <ac:cxnSpMk id="24" creationId="{856662A5-723B-E53D-9ED6-A74FF111FC38}"/>
          </ac:cxnSpMkLst>
        </pc:cxnChg>
        <pc:cxnChg chg="add del mod">
          <ac:chgData name="Martin Siemienski Andersen" userId="3e5b9027-db81-4bdb-8ff3-173865797b46" providerId="ADAL" clId="{80DE75E6-B9C5-4924-BF8C-CFC4D0378A0D}" dt="2023-09-22T09:47:28.085" v="1059" actId="478"/>
          <ac:cxnSpMkLst>
            <pc:docMk/>
            <pc:sldMk cId="2335939882" sldId="445"/>
            <ac:cxnSpMk id="26" creationId="{EA4FE4F3-0081-26D2-F11F-11C5022B55A2}"/>
          </ac:cxnSpMkLst>
        </pc:cxnChg>
        <pc:cxnChg chg="add del mod">
          <ac:chgData name="Martin Siemienski Andersen" userId="3e5b9027-db81-4bdb-8ff3-173865797b46" providerId="ADAL" clId="{80DE75E6-B9C5-4924-BF8C-CFC4D0378A0D}" dt="2023-09-22T09:47:51.075" v="1062" actId="478"/>
          <ac:cxnSpMkLst>
            <pc:docMk/>
            <pc:sldMk cId="2335939882" sldId="445"/>
            <ac:cxnSpMk id="28" creationId="{E4C1E575-44D8-7A83-65C4-9B06BB798EB8}"/>
          </ac:cxnSpMkLst>
        </pc:cxnChg>
        <pc:cxnChg chg="add del mod">
          <ac:chgData name="Martin Siemienski Andersen" userId="3e5b9027-db81-4bdb-8ff3-173865797b46" providerId="ADAL" clId="{80DE75E6-B9C5-4924-BF8C-CFC4D0378A0D}" dt="2023-09-22T10:25:22.769" v="1074" actId="478"/>
          <ac:cxnSpMkLst>
            <pc:docMk/>
            <pc:sldMk cId="2335939882" sldId="445"/>
            <ac:cxnSpMk id="30" creationId="{ACE59479-3169-A8F2-D203-A3CD55C97CE7}"/>
          </ac:cxnSpMkLst>
        </pc:cxnChg>
      </pc:sldChg>
      <pc:sldChg chg="add del">
        <pc:chgData name="Martin Siemienski Andersen" userId="3e5b9027-db81-4bdb-8ff3-173865797b46" providerId="ADAL" clId="{80DE75E6-B9C5-4924-BF8C-CFC4D0378A0D}" dt="2023-09-22T09:28:34.838" v="1000"/>
        <pc:sldMkLst>
          <pc:docMk/>
          <pc:sldMk cId="3388512583" sldId="446"/>
        </pc:sldMkLst>
      </pc:sldChg>
      <pc:sldChg chg="addSp delSp modSp add mod ord delAnim">
        <pc:chgData name="Martin Siemienski Andersen" userId="3e5b9027-db81-4bdb-8ff3-173865797b46" providerId="ADAL" clId="{80DE75E6-B9C5-4924-BF8C-CFC4D0378A0D}" dt="2023-09-27T07:10:11.966" v="3907" actId="20577"/>
        <pc:sldMkLst>
          <pc:docMk/>
          <pc:sldMk cId="4104322771" sldId="446"/>
        </pc:sldMkLst>
        <pc:spChg chg="mod">
          <ac:chgData name="Martin Siemienski Andersen" userId="3e5b9027-db81-4bdb-8ff3-173865797b46" providerId="ADAL" clId="{80DE75E6-B9C5-4924-BF8C-CFC4D0378A0D}" dt="2023-09-22T10:40:42.403" v="1512" actId="20577"/>
          <ac:spMkLst>
            <pc:docMk/>
            <pc:sldMk cId="4104322771" sldId="446"/>
            <ac:spMk id="3" creationId="{BFD12118-34A6-4066-ACB6-E8B16636C29C}"/>
          </ac:spMkLst>
        </pc:spChg>
        <pc:spChg chg="add mod">
          <ac:chgData name="Martin Siemienski Andersen" userId="3e5b9027-db81-4bdb-8ff3-173865797b46" providerId="ADAL" clId="{80DE75E6-B9C5-4924-BF8C-CFC4D0378A0D}" dt="2023-09-22T10:41:00.514" v="1516" actId="20577"/>
          <ac:spMkLst>
            <pc:docMk/>
            <pc:sldMk cId="4104322771" sldId="446"/>
            <ac:spMk id="9" creationId="{2738CC16-F911-128A-BEAA-16A4D79A8ECD}"/>
          </ac:spMkLst>
        </pc:spChg>
        <pc:spChg chg="del mod">
          <ac:chgData name="Martin Siemienski Andersen" userId="3e5b9027-db81-4bdb-8ff3-173865797b46" providerId="ADAL" clId="{80DE75E6-B9C5-4924-BF8C-CFC4D0378A0D}" dt="2023-09-22T10:36:49.401" v="1095" actId="478"/>
          <ac:spMkLst>
            <pc:docMk/>
            <pc:sldMk cId="4104322771" sldId="446"/>
            <ac:spMk id="10" creationId="{59736BE8-A981-4C28-B774-AA5300F9F245}"/>
          </ac:spMkLst>
        </pc:spChg>
        <pc:spChg chg="add mod">
          <ac:chgData name="Martin Siemienski Andersen" userId="3e5b9027-db81-4bdb-8ff3-173865797b46" providerId="ADAL" clId="{80DE75E6-B9C5-4924-BF8C-CFC4D0378A0D}" dt="2023-09-27T07:10:11.966" v="3907" actId="20577"/>
          <ac:spMkLst>
            <pc:docMk/>
            <pc:sldMk cId="4104322771" sldId="446"/>
            <ac:spMk id="18" creationId="{628E234F-4092-77B2-BCDF-916791DF4A5F}"/>
          </ac:spMkLst>
        </pc:spChg>
        <pc:spChg chg="del">
          <ac:chgData name="Martin Siemienski Andersen" userId="3e5b9027-db81-4bdb-8ff3-173865797b46" providerId="ADAL" clId="{80DE75E6-B9C5-4924-BF8C-CFC4D0378A0D}" dt="2023-09-22T10:36:46.795" v="1092" actId="478"/>
          <ac:spMkLst>
            <pc:docMk/>
            <pc:sldMk cId="4104322771" sldId="446"/>
            <ac:spMk id="19" creationId="{B5B5DFEE-3EB8-4FF4-A782-20DDEF9A3669}"/>
          </ac:spMkLst>
        </pc:spChg>
        <pc:grpChg chg="del">
          <ac:chgData name="Martin Siemienski Andersen" userId="3e5b9027-db81-4bdb-8ff3-173865797b46" providerId="ADAL" clId="{80DE75E6-B9C5-4924-BF8C-CFC4D0378A0D}" dt="2023-09-22T10:36:46.795" v="1092" actId="478"/>
          <ac:grpSpMkLst>
            <pc:docMk/>
            <pc:sldMk cId="4104322771" sldId="446"/>
            <ac:grpSpMk id="7" creationId="{102DE37C-386A-4D0E-8D79-6DDDD63E1760}"/>
          </ac:grpSpMkLst>
        </pc:grpChg>
        <pc:grpChg chg="del">
          <ac:chgData name="Martin Siemienski Andersen" userId="3e5b9027-db81-4bdb-8ff3-173865797b46" providerId="ADAL" clId="{80DE75E6-B9C5-4924-BF8C-CFC4D0378A0D}" dt="2023-09-22T10:36:46.795" v="1092" actId="478"/>
          <ac:grpSpMkLst>
            <pc:docMk/>
            <pc:sldMk cId="4104322771" sldId="446"/>
            <ac:grpSpMk id="11" creationId="{0852856B-7C91-46B4-AC10-FC304793D6E5}"/>
          </ac:grpSpMkLst>
        </pc:grpChg>
        <pc:grpChg chg="del">
          <ac:chgData name="Martin Siemienski Andersen" userId="3e5b9027-db81-4bdb-8ff3-173865797b46" providerId="ADAL" clId="{80DE75E6-B9C5-4924-BF8C-CFC4D0378A0D}" dt="2023-09-22T10:36:46.795" v="1092" actId="478"/>
          <ac:grpSpMkLst>
            <pc:docMk/>
            <pc:sldMk cId="4104322771" sldId="446"/>
            <ac:grpSpMk id="14" creationId="{177B187B-AA19-40D4-B8CB-4269B861DC15}"/>
          </ac:grpSpMkLst>
        </pc:grpChg>
        <pc:picChg chg="del">
          <ac:chgData name="Martin Siemienski Andersen" userId="3e5b9027-db81-4bdb-8ff3-173865797b46" providerId="ADAL" clId="{80DE75E6-B9C5-4924-BF8C-CFC4D0378A0D}" dt="2023-09-22T10:36:41.944" v="1091" actId="478"/>
          <ac:picMkLst>
            <pc:docMk/>
            <pc:sldMk cId="4104322771" sldId="446"/>
            <ac:picMk id="8" creationId="{D5B59A7E-4FB4-4F94-B788-D06EAB131245}"/>
          </ac:picMkLst>
        </pc:picChg>
        <pc:picChg chg="del">
          <ac:chgData name="Martin Siemienski Andersen" userId="3e5b9027-db81-4bdb-8ff3-173865797b46" providerId="ADAL" clId="{80DE75E6-B9C5-4924-BF8C-CFC4D0378A0D}" dt="2023-09-22T10:36:47.673" v="1093" actId="478"/>
          <ac:picMkLst>
            <pc:docMk/>
            <pc:sldMk cId="4104322771" sldId="446"/>
            <ac:picMk id="21" creationId="{FD4443CB-5887-4557-8EBF-F93C4B60DB8D}"/>
          </ac:picMkLst>
        </pc:picChg>
      </pc:sldChg>
      <pc:sldChg chg="addSp delSp modSp add mod modAnim">
        <pc:chgData name="Martin Siemienski Andersen" userId="3e5b9027-db81-4bdb-8ff3-173865797b46" providerId="ADAL" clId="{80DE75E6-B9C5-4924-BF8C-CFC4D0378A0D}" dt="2023-09-26T07:01:43.761" v="3070"/>
        <pc:sldMkLst>
          <pc:docMk/>
          <pc:sldMk cId="3385940249" sldId="447"/>
        </pc:sldMkLst>
        <pc:spChg chg="del mod">
          <ac:chgData name="Martin Siemienski Andersen" userId="3e5b9027-db81-4bdb-8ff3-173865797b46" providerId="ADAL" clId="{80DE75E6-B9C5-4924-BF8C-CFC4D0378A0D}" dt="2023-09-26T06:49:38.055" v="2532" actId="478"/>
          <ac:spMkLst>
            <pc:docMk/>
            <pc:sldMk cId="3385940249" sldId="447"/>
            <ac:spMk id="4" creationId="{0185C39B-EF2A-42CA-A6A1-AFCC6EDC1010}"/>
          </ac:spMkLst>
        </pc:spChg>
        <pc:spChg chg="mod">
          <ac:chgData name="Martin Siemienski Andersen" userId="3e5b9027-db81-4bdb-8ff3-173865797b46" providerId="ADAL" clId="{80DE75E6-B9C5-4924-BF8C-CFC4D0378A0D}" dt="2023-09-26T07:01:43.761" v="3070"/>
          <ac:spMkLst>
            <pc:docMk/>
            <pc:sldMk cId="3385940249" sldId="447"/>
            <ac:spMk id="7" creationId="{C8F53708-E054-0233-0A92-A71E014FF092}"/>
          </ac:spMkLst>
        </pc:spChg>
        <pc:spChg chg="add del mod">
          <ac:chgData name="Martin Siemienski Andersen" userId="3e5b9027-db81-4bdb-8ff3-173865797b46" providerId="ADAL" clId="{80DE75E6-B9C5-4924-BF8C-CFC4D0378A0D}" dt="2023-09-26T06:49:39.944" v="2533" actId="478"/>
          <ac:spMkLst>
            <pc:docMk/>
            <pc:sldMk cId="3385940249" sldId="447"/>
            <ac:spMk id="8" creationId="{943A0954-8FD0-C9E4-02EA-EDC62A72CC1E}"/>
          </ac:spMkLst>
        </pc:spChg>
        <pc:picChg chg="mod">
          <ac:chgData name="Martin Siemienski Andersen" userId="3e5b9027-db81-4bdb-8ff3-173865797b46" providerId="ADAL" clId="{80DE75E6-B9C5-4924-BF8C-CFC4D0378A0D}" dt="2023-09-22T10:55:39.643" v="1793" actId="1076"/>
          <ac:picMkLst>
            <pc:docMk/>
            <pc:sldMk cId="3385940249" sldId="447"/>
            <ac:picMk id="6" creationId="{31DF2FFC-5FB3-42B0-B3CB-D9D3783B4F67}"/>
          </ac:picMkLst>
        </pc:picChg>
      </pc:sldChg>
      <pc:sldChg chg="delSp modSp add mod">
        <pc:chgData name="Martin Siemienski Andersen" userId="3e5b9027-db81-4bdb-8ff3-173865797b46" providerId="ADAL" clId="{80DE75E6-B9C5-4924-BF8C-CFC4D0378A0D}" dt="2023-09-26T06:49:55.841" v="2536" actId="1076"/>
        <pc:sldMkLst>
          <pc:docMk/>
          <pc:sldMk cId="3835948799" sldId="448"/>
        </pc:sldMkLst>
        <pc:spChg chg="mod">
          <ac:chgData name="Martin Siemienski Andersen" userId="3e5b9027-db81-4bdb-8ff3-173865797b46" providerId="ADAL" clId="{80DE75E6-B9C5-4924-BF8C-CFC4D0378A0D}" dt="2023-09-26T06:49:55.841" v="2536" actId="1076"/>
          <ac:spMkLst>
            <pc:docMk/>
            <pc:sldMk cId="3835948799" sldId="448"/>
            <ac:spMk id="4" creationId="{0185C39B-EF2A-42CA-A6A1-AFCC6EDC1010}"/>
          </ac:spMkLst>
        </pc:spChg>
        <pc:spChg chg="del">
          <ac:chgData name="Martin Siemienski Andersen" userId="3e5b9027-db81-4bdb-8ff3-173865797b46" providerId="ADAL" clId="{80DE75E6-B9C5-4924-BF8C-CFC4D0378A0D}" dt="2023-09-26T06:49:48.818" v="2535" actId="478"/>
          <ac:spMkLst>
            <pc:docMk/>
            <pc:sldMk cId="3835948799" sldId="448"/>
            <ac:spMk id="7" creationId="{C8F53708-E054-0233-0A92-A71E014FF092}"/>
          </ac:spMkLst>
        </pc:spChg>
      </pc:sldChg>
      <pc:sldChg chg="modSp new mod">
        <pc:chgData name="Martin Siemienski Andersen" userId="3e5b9027-db81-4bdb-8ff3-173865797b46" providerId="ADAL" clId="{80DE75E6-B9C5-4924-BF8C-CFC4D0378A0D}" dt="2023-09-26T07:11:29.543" v="3368" actId="5793"/>
        <pc:sldMkLst>
          <pc:docMk/>
          <pc:sldMk cId="4039443973" sldId="449"/>
        </pc:sldMkLst>
        <pc:spChg chg="mod">
          <ac:chgData name="Martin Siemienski Andersen" userId="3e5b9027-db81-4bdb-8ff3-173865797b46" providerId="ADAL" clId="{80DE75E6-B9C5-4924-BF8C-CFC4D0378A0D}" dt="2023-09-26T07:02:31.026" v="3077" actId="20577"/>
          <ac:spMkLst>
            <pc:docMk/>
            <pc:sldMk cId="4039443973" sldId="449"/>
            <ac:spMk id="3" creationId="{75EEEDCE-8291-61AA-9F0E-0EB184B4B72E}"/>
          </ac:spMkLst>
        </pc:spChg>
        <pc:spChg chg="mod">
          <ac:chgData name="Martin Siemienski Andersen" userId="3e5b9027-db81-4bdb-8ff3-173865797b46" providerId="ADAL" clId="{80DE75E6-B9C5-4924-BF8C-CFC4D0378A0D}" dt="2023-09-26T07:11:29.543" v="3368" actId="5793"/>
          <ac:spMkLst>
            <pc:docMk/>
            <pc:sldMk cId="4039443973" sldId="449"/>
            <ac:spMk id="4" creationId="{9CD14315-9C16-1C36-6B3A-9A3C80166925}"/>
          </ac:spMkLst>
        </pc:spChg>
      </pc:sldChg>
      <pc:sldChg chg="add">
        <pc:chgData name="Martin Siemienski Andersen" userId="3e5b9027-db81-4bdb-8ff3-173865797b46" providerId="ADAL" clId="{80DE75E6-B9C5-4924-BF8C-CFC4D0378A0D}" dt="2023-09-26T07:28:57.790" v="3617"/>
        <pc:sldMkLst>
          <pc:docMk/>
          <pc:sldMk cId="1789612739" sldId="450"/>
        </pc:sldMkLst>
      </pc:sldChg>
      <pc:sldChg chg="mod modShow">
        <pc:chgData name="Martin Siemienski Andersen" userId="3e5b9027-db81-4bdb-8ff3-173865797b46" providerId="ADAL" clId="{80DE75E6-B9C5-4924-BF8C-CFC4D0378A0D}" dt="2023-09-27T06:58:08.527" v="3870" actId="729"/>
        <pc:sldMkLst>
          <pc:docMk/>
          <pc:sldMk cId="957298078" sldId="451"/>
        </pc:sldMkLst>
      </pc:sldChg>
      <pc:sldChg chg="modSp add mod">
        <pc:chgData name="Martin Siemienski Andersen" userId="3e5b9027-db81-4bdb-8ff3-173865797b46" providerId="ADAL" clId="{80DE75E6-B9C5-4924-BF8C-CFC4D0378A0D}" dt="2023-09-27T07:01:31.256" v="3886" actId="20577"/>
        <pc:sldMkLst>
          <pc:docMk/>
          <pc:sldMk cId="1891321431" sldId="612"/>
        </pc:sldMkLst>
        <pc:spChg chg="mod">
          <ac:chgData name="Martin Siemienski Andersen" userId="3e5b9027-db81-4bdb-8ff3-173865797b46" providerId="ADAL" clId="{80DE75E6-B9C5-4924-BF8C-CFC4D0378A0D}" dt="2023-09-27T07:01:31.256" v="3886" actId="20577"/>
          <ac:spMkLst>
            <pc:docMk/>
            <pc:sldMk cId="1891321431" sldId="612"/>
            <ac:spMk id="5" creationId="{8381492D-3F3B-167D-9347-2171D267D712}"/>
          </ac:spMkLst>
        </pc:spChg>
        <pc:graphicFrameChg chg="mod">
          <ac:chgData name="Martin Siemienski Andersen" userId="3e5b9027-db81-4bdb-8ff3-173865797b46" providerId="ADAL" clId="{80DE75E6-B9C5-4924-BF8C-CFC4D0378A0D}" dt="2023-09-27T07:01:21.139" v="3873" actId="1076"/>
          <ac:graphicFrameMkLst>
            <pc:docMk/>
            <pc:sldMk cId="1891321431" sldId="612"/>
            <ac:graphicFrameMk id="7" creationId="{7C54FC0C-628C-EC84-F4A9-E368FC808A9A}"/>
          </ac:graphicFrameMkLst>
        </pc:graphicFrameChg>
      </pc:sldChg>
      <pc:sldChg chg="modSp add mod">
        <pc:chgData name="Martin Siemienski Andersen" userId="3e5b9027-db81-4bdb-8ff3-173865797b46" providerId="ADAL" clId="{80DE75E6-B9C5-4924-BF8C-CFC4D0378A0D}" dt="2023-09-27T07:01:35.733" v="3891" actId="20577"/>
        <pc:sldMkLst>
          <pc:docMk/>
          <pc:sldMk cId="4134915699" sldId="613"/>
        </pc:sldMkLst>
        <pc:spChg chg="mod">
          <ac:chgData name="Martin Siemienski Andersen" userId="3e5b9027-db81-4bdb-8ff3-173865797b46" providerId="ADAL" clId="{80DE75E6-B9C5-4924-BF8C-CFC4D0378A0D}" dt="2023-09-27T07:01:35.733" v="3891" actId="20577"/>
          <ac:spMkLst>
            <pc:docMk/>
            <pc:sldMk cId="4134915699" sldId="613"/>
            <ac:spMk id="4" creationId="{5325360F-A813-4D7B-862F-FFFF91BF161E}"/>
          </ac:spMkLst>
        </pc:spChg>
      </pc:sldChg>
      <pc:sldChg chg="modSp add mod">
        <pc:chgData name="Martin Siemienski Andersen" userId="3e5b9027-db81-4bdb-8ff3-173865797b46" providerId="ADAL" clId="{80DE75E6-B9C5-4924-BF8C-CFC4D0378A0D}" dt="2023-09-27T07:01:40.186" v="3896" actId="20577"/>
        <pc:sldMkLst>
          <pc:docMk/>
          <pc:sldMk cId="4131622673" sldId="614"/>
        </pc:sldMkLst>
        <pc:spChg chg="mod">
          <ac:chgData name="Martin Siemienski Andersen" userId="3e5b9027-db81-4bdb-8ff3-173865797b46" providerId="ADAL" clId="{80DE75E6-B9C5-4924-BF8C-CFC4D0378A0D}" dt="2023-09-27T07:01:40.186" v="3896" actId="20577"/>
          <ac:spMkLst>
            <pc:docMk/>
            <pc:sldMk cId="4131622673" sldId="614"/>
            <ac:spMk id="4" creationId="{5325360F-A813-4D7B-862F-FFFF91BF161E}"/>
          </ac:spMkLst>
        </pc:spChg>
      </pc:sldChg>
      <pc:sldChg chg="modSp new mod">
        <pc:chgData name="Martin Siemienski Andersen" userId="3e5b9027-db81-4bdb-8ff3-173865797b46" providerId="ADAL" clId="{80DE75E6-B9C5-4924-BF8C-CFC4D0378A0D}" dt="2023-09-27T07:11:30.093" v="4029" actId="20577"/>
        <pc:sldMkLst>
          <pc:docMk/>
          <pc:sldMk cId="3036358938" sldId="615"/>
        </pc:sldMkLst>
        <pc:spChg chg="mod">
          <ac:chgData name="Martin Siemienski Andersen" userId="3e5b9027-db81-4bdb-8ff3-173865797b46" providerId="ADAL" clId="{80DE75E6-B9C5-4924-BF8C-CFC4D0378A0D}" dt="2023-09-27T07:11:06.762" v="3950" actId="14100"/>
          <ac:spMkLst>
            <pc:docMk/>
            <pc:sldMk cId="3036358938" sldId="615"/>
            <ac:spMk id="3" creationId="{3FD29018-1031-9430-E894-504AC85388FD}"/>
          </ac:spMkLst>
        </pc:spChg>
        <pc:spChg chg="mod">
          <ac:chgData name="Martin Siemienski Andersen" userId="3e5b9027-db81-4bdb-8ff3-173865797b46" providerId="ADAL" clId="{80DE75E6-B9C5-4924-BF8C-CFC4D0378A0D}" dt="2023-09-27T07:11:30.093" v="4029" actId="20577"/>
          <ac:spMkLst>
            <pc:docMk/>
            <pc:sldMk cId="3036358938" sldId="615"/>
            <ac:spMk id="4" creationId="{CCC513AC-9E2F-17D7-CC9D-1E362994F8FC}"/>
          </ac:spMkLst>
        </pc:spChg>
      </pc:sldChg>
      <pc:sldMasterChg chg="modSldLayout">
        <pc:chgData name="Martin Siemienski Andersen" userId="3e5b9027-db81-4bdb-8ff3-173865797b46" providerId="ADAL" clId="{80DE75E6-B9C5-4924-BF8C-CFC4D0378A0D}" dt="2023-09-22T07:49:10.060" v="550" actId="2711"/>
        <pc:sldMasterMkLst>
          <pc:docMk/>
          <pc:sldMasterMk cId="1377184672" sldId="2147484005"/>
        </pc:sldMasterMkLst>
        <pc:sldLayoutChg chg="modSp">
          <pc:chgData name="Martin Siemienski Andersen" userId="3e5b9027-db81-4bdb-8ff3-173865797b46" providerId="ADAL" clId="{80DE75E6-B9C5-4924-BF8C-CFC4D0378A0D}" dt="2023-09-22T07:48:07.272" v="540" actId="2711"/>
          <pc:sldLayoutMkLst>
            <pc:docMk/>
            <pc:sldMasterMk cId="1377184672" sldId="2147484005"/>
            <pc:sldLayoutMk cId="252126941" sldId="2147484008"/>
          </pc:sldLayoutMkLst>
          <pc:spChg chg="mod">
            <ac:chgData name="Martin Siemienski Andersen" userId="3e5b9027-db81-4bdb-8ff3-173865797b46" providerId="ADAL" clId="{80DE75E6-B9C5-4924-BF8C-CFC4D0378A0D}" dt="2023-09-22T07:48:07.272" v="540" actId="2711"/>
            <ac:spMkLst>
              <pc:docMk/>
              <pc:sldMasterMk cId="1377184672" sldId="2147484005"/>
              <pc:sldLayoutMk cId="252126941" sldId="2147484008"/>
              <ac:spMk id="3" creationId="{00000000-0000-0000-0000-000000000000}"/>
            </ac:spMkLst>
          </pc:spChg>
          <pc:spChg chg="mod">
            <ac:chgData name="Martin Siemienski Andersen" userId="3e5b9027-db81-4bdb-8ff3-173865797b46" providerId="ADAL" clId="{80DE75E6-B9C5-4924-BF8C-CFC4D0378A0D}" dt="2023-09-22T07:48:07.272" v="540" actId="2711"/>
            <ac:spMkLst>
              <pc:docMk/>
              <pc:sldMasterMk cId="1377184672" sldId="2147484005"/>
              <pc:sldLayoutMk cId="252126941" sldId="2147484008"/>
              <ac:spMk id="4" creationId="{00000000-0000-0000-0000-000000000000}"/>
            </ac:spMkLst>
          </pc:spChg>
          <pc:spChg chg="mod">
            <ac:chgData name="Martin Siemienski Andersen" userId="3e5b9027-db81-4bdb-8ff3-173865797b46" providerId="ADAL" clId="{80DE75E6-B9C5-4924-BF8C-CFC4D0378A0D}" dt="2023-09-22T07:48:07.272" v="540" actId="2711"/>
            <ac:spMkLst>
              <pc:docMk/>
              <pc:sldMasterMk cId="1377184672" sldId="2147484005"/>
              <pc:sldLayoutMk cId="252126941" sldId="2147484008"/>
              <ac:spMk id="5" creationId="{00000000-0000-0000-0000-000000000000}"/>
            </ac:spMkLst>
          </pc:spChg>
        </pc:sldLayoutChg>
        <pc:sldLayoutChg chg="modSp">
          <pc:chgData name="Martin Siemienski Andersen" userId="3e5b9027-db81-4bdb-8ff3-173865797b46" providerId="ADAL" clId="{80DE75E6-B9C5-4924-BF8C-CFC4D0378A0D}" dt="2023-09-22T07:48:29.128" v="544" actId="2711"/>
          <pc:sldLayoutMkLst>
            <pc:docMk/>
            <pc:sldMasterMk cId="1377184672" sldId="2147484005"/>
            <pc:sldLayoutMk cId="0" sldId="2147484011"/>
          </pc:sldLayoutMkLst>
          <pc:spChg chg="mod">
            <ac:chgData name="Martin Siemienski Andersen" userId="3e5b9027-db81-4bdb-8ff3-173865797b46" providerId="ADAL" clId="{80DE75E6-B9C5-4924-BF8C-CFC4D0378A0D}" dt="2023-09-22T07:48:29.128" v="544" actId="2711"/>
            <ac:spMkLst>
              <pc:docMk/>
              <pc:sldMasterMk cId="1377184672" sldId="2147484005"/>
              <pc:sldLayoutMk cId="0" sldId="2147484011"/>
              <ac:spMk id="5" creationId="{00000000-0000-0000-0000-000000000000}"/>
            </ac:spMkLst>
          </pc:spChg>
          <pc:spChg chg="mod">
            <ac:chgData name="Martin Siemienski Andersen" userId="3e5b9027-db81-4bdb-8ff3-173865797b46" providerId="ADAL" clId="{80DE75E6-B9C5-4924-BF8C-CFC4D0378A0D}" dt="2023-09-22T07:48:29.128" v="544" actId="2711"/>
            <ac:spMkLst>
              <pc:docMk/>
              <pc:sldMasterMk cId="1377184672" sldId="2147484005"/>
              <pc:sldLayoutMk cId="0" sldId="2147484011"/>
              <ac:spMk id="6" creationId="{00000000-0000-0000-0000-000000000000}"/>
            </ac:spMkLst>
          </pc:spChg>
          <pc:spChg chg="mod">
            <ac:chgData name="Martin Siemienski Andersen" userId="3e5b9027-db81-4bdb-8ff3-173865797b46" providerId="ADAL" clId="{80DE75E6-B9C5-4924-BF8C-CFC4D0378A0D}" dt="2023-09-22T07:48:29.128" v="544" actId="2711"/>
            <ac:spMkLst>
              <pc:docMk/>
              <pc:sldMasterMk cId="1377184672" sldId="2147484005"/>
              <pc:sldLayoutMk cId="0" sldId="2147484011"/>
              <ac:spMk id="11" creationId="{00000000-0000-0000-0000-000000000000}"/>
            </ac:spMkLst>
          </pc:spChg>
          <pc:spChg chg="mod">
            <ac:chgData name="Martin Siemienski Andersen" userId="3e5b9027-db81-4bdb-8ff3-173865797b46" providerId="ADAL" clId="{80DE75E6-B9C5-4924-BF8C-CFC4D0378A0D}" dt="2023-09-22T07:48:29.128" v="544" actId="2711"/>
            <ac:spMkLst>
              <pc:docMk/>
              <pc:sldMasterMk cId="1377184672" sldId="2147484005"/>
              <pc:sldLayoutMk cId="0" sldId="2147484011"/>
              <ac:spMk id="13" creationId="{00000000-0000-0000-0000-000000000000}"/>
            </ac:spMkLst>
          </pc:spChg>
        </pc:sldLayoutChg>
        <pc:sldLayoutChg chg="modSp">
          <pc:chgData name="Martin Siemienski Andersen" userId="3e5b9027-db81-4bdb-8ff3-173865797b46" providerId="ADAL" clId="{80DE75E6-B9C5-4924-BF8C-CFC4D0378A0D}" dt="2023-09-22T07:48:33.837" v="545" actId="2711"/>
          <pc:sldLayoutMkLst>
            <pc:docMk/>
            <pc:sldMasterMk cId="1377184672" sldId="2147484005"/>
            <pc:sldLayoutMk cId="498607493" sldId="2147484014"/>
          </pc:sldLayoutMkLst>
          <pc:spChg chg="mod">
            <ac:chgData name="Martin Siemienski Andersen" userId="3e5b9027-db81-4bdb-8ff3-173865797b46" providerId="ADAL" clId="{80DE75E6-B9C5-4924-BF8C-CFC4D0378A0D}" dt="2023-09-22T07:48:33.837" v="545" actId="2711"/>
            <ac:spMkLst>
              <pc:docMk/>
              <pc:sldMasterMk cId="1377184672" sldId="2147484005"/>
              <pc:sldLayoutMk cId="498607493" sldId="2147484014"/>
              <ac:spMk id="3" creationId="{00000000-0000-0000-0000-000000000000}"/>
            </ac:spMkLst>
          </pc:spChg>
          <pc:spChg chg="mod">
            <ac:chgData name="Martin Siemienski Andersen" userId="3e5b9027-db81-4bdb-8ff3-173865797b46" providerId="ADAL" clId="{80DE75E6-B9C5-4924-BF8C-CFC4D0378A0D}" dt="2023-09-22T07:48:33.837" v="545" actId="2711"/>
            <ac:spMkLst>
              <pc:docMk/>
              <pc:sldMasterMk cId="1377184672" sldId="2147484005"/>
              <pc:sldLayoutMk cId="498607493" sldId="2147484014"/>
              <ac:spMk id="4" creationId="{00000000-0000-0000-0000-000000000000}"/>
            </ac:spMkLst>
          </pc:spChg>
          <pc:spChg chg="mod">
            <ac:chgData name="Martin Siemienski Andersen" userId="3e5b9027-db81-4bdb-8ff3-173865797b46" providerId="ADAL" clId="{80DE75E6-B9C5-4924-BF8C-CFC4D0378A0D}" dt="2023-09-22T07:48:33.837" v="545" actId="2711"/>
            <ac:spMkLst>
              <pc:docMk/>
              <pc:sldMasterMk cId="1377184672" sldId="2147484005"/>
              <pc:sldLayoutMk cId="498607493" sldId="2147484014"/>
              <ac:spMk id="5" creationId="{00000000-0000-0000-0000-000000000000}"/>
            </ac:spMkLst>
          </pc:spChg>
          <pc:spChg chg="mod">
            <ac:chgData name="Martin Siemienski Andersen" userId="3e5b9027-db81-4bdb-8ff3-173865797b46" providerId="ADAL" clId="{80DE75E6-B9C5-4924-BF8C-CFC4D0378A0D}" dt="2023-09-22T07:48:33.837" v="545" actId="2711"/>
            <ac:spMkLst>
              <pc:docMk/>
              <pc:sldMasterMk cId="1377184672" sldId="2147484005"/>
              <pc:sldLayoutMk cId="498607493" sldId="2147484014"/>
              <ac:spMk id="6" creationId="{00000000-0000-0000-0000-000000000000}"/>
            </ac:spMkLst>
          </pc:spChg>
        </pc:sldLayoutChg>
        <pc:sldLayoutChg chg="modSp">
          <pc:chgData name="Martin Siemienski Andersen" userId="3e5b9027-db81-4bdb-8ff3-173865797b46" providerId="ADAL" clId="{80DE75E6-B9C5-4924-BF8C-CFC4D0378A0D}" dt="2023-09-22T07:47:55.982" v="538" actId="2711"/>
          <pc:sldLayoutMkLst>
            <pc:docMk/>
            <pc:sldMasterMk cId="1377184672" sldId="2147484005"/>
            <pc:sldLayoutMk cId="0" sldId="2147484019"/>
          </pc:sldLayoutMkLst>
          <pc:spChg chg="mod">
            <ac:chgData name="Martin Siemienski Andersen" userId="3e5b9027-db81-4bdb-8ff3-173865797b46" providerId="ADAL" clId="{80DE75E6-B9C5-4924-BF8C-CFC4D0378A0D}" dt="2023-09-22T07:47:55.982" v="538" actId="2711"/>
            <ac:spMkLst>
              <pc:docMk/>
              <pc:sldMasterMk cId="1377184672" sldId="2147484005"/>
              <pc:sldLayoutMk cId="0" sldId="2147484019"/>
              <ac:spMk id="3" creationId="{00000000-0000-0000-0000-000000000000}"/>
            </ac:spMkLst>
          </pc:spChg>
          <pc:spChg chg="mod">
            <ac:chgData name="Martin Siemienski Andersen" userId="3e5b9027-db81-4bdb-8ff3-173865797b46" providerId="ADAL" clId="{80DE75E6-B9C5-4924-BF8C-CFC4D0378A0D}" dt="2023-09-22T07:47:55.982" v="538" actId="2711"/>
            <ac:spMkLst>
              <pc:docMk/>
              <pc:sldMasterMk cId="1377184672" sldId="2147484005"/>
              <pc:sldLayoutMk cId="0" sldId="2147484019"/>
              <ac:spMk id="4" creationId="{00000000-0000-0000-0000-000000000000}"/>
            </ac:spMkLst>
          </pc:spChg>
          <pc:spChg chg="mod">
            <ac:chgData name="Martin Siemienski Andersen" userId="3e5b9027-db81-4bdb-8ff3-173865797b46" providerId="ADAL" clId="{80DE75E6-B9C5-4924-BF8C-CFC4D0378A0D}" dt="2023-09-22T07:47:55.982" v="538" actId="2711"/>
            <ac:spMkLst>
              <pc:docMk/>
              <pc:sldMasterMk cId="1377184672" sldId="2147484005"/>
              <pc:sldLayoutMk cId="0" sldId="2147484019"/>
              <ac:spMk id="5" creationId="{00000000-0000-0000-0000-000000000000}"/>
            </ac:spMkLst>
          </pc:spChg>
          <pc:grpChg chg="mod">
            <ac:chgData name="Martin Siemienski Andersen" userId="3e5b9027-db81-4bdb-8ff3-173865797b46" providerId="ADAL" clId="{80DE75E6-B9C5-4924-BF8C-CFC4D0378A0D}" dt="2023-09-22T07:47:55.982" v="538" actId="2711"/>
            <ac:grpSpMkLst>
              <pc:docMk/>
              <pc:sldMasterMk cId="1377184672" sldId="2147484005"/>
              <pc:sldLayoutMk cId="0" sldId="2147484019"/>
              <ac:grpSpMk id="10" creationId="{00000000-0000-0000-0000-000000000000}"/>
            </ac:grpSpMkLst>
          </pc:grpChg>
        </pc:sldLayoutChg>
        <pc:sldLayoutChg chg="modSp">
          <pc:chgData name="Martin Siemienski Andersen" userId="3e5b9027-db81-4bdb-8ff3-173865797b46" providerId="ADAL" clId="{80DE75E6-B9C5-4924-BF8C-CFC4D0378A0D}" dt="2023-09-22T07:47:36.827" v="536" actId="2711"/>
          <pc:sldLayoutMkLst>
            <pc:docMk/>
            <pc:sldMasterMk cId="1377184672" sldId="2147484005"/>
            <pc:sldLayoutMk cId="1747433325" sldId="2147484020"/>
          </pc:sldLayoutMkLst>
          <pc:spChg chg="mod">
            <ac:chgData name="Martin Siemienski Andersen" userId="3e5b9027-db81-4bdb-8ff3-173865797b46" providerId="ADAL" clId="{80DE75E6-B9C5-4924-BF8C-CFC4D0378A0D}" dt="2023-09-22T07:47:36.827" v="536" actId="2711"/>
            <ac:spMkLst>
              <pc:docMk/>
              <pc:sldMasterMk cId="1377184672" sldId="2147484005"/>
              <pc:sldLayoutMk cId="1747433325" sldId="2147484020"/>
              <ac:spMk id="3" creationId="{00000000-0000-0000-0000-000000000000}"/>
            </ac:spMkLst>
          </pc:spChg>
          <pc:spChg chg="mod">
            <ac:chgData name="Martin Siemienski Andersen" userId="3e5b9027-db81-4bdb-8ff3-173865797b46" providerId="ADAL" clId="{80DE75E6-B9C5-4924-BF8C-CFC4D0378A0D}" dt="2023-09-22T07:47:36.827" v="536" actId="2711"/>
            <ac:spMkLst>
              <pc:docMk/>
              <pc:sldMasterMk cId="1377184672" sldId="2147484005"/>
              <pc:sldLayoutMk cId="1747433325" sldId="2147484020"/>
              <ac:spMk id="4" creationId="{00000000-0000-0000-0000-000000000000}"/>
            </ac:spMkLst>
          </pc:spChg>
          <pc:spChg chg="mod">
            <ac:chgData name="Martin Siemienski Andersen" userId="3e5b9027-db81-4bdb-8ff3-173865797b46" providerId="ADAL" clId="{80DE75E6-B9C5-4924-BF8C-CFC4D0378A0D}" dt="2023-09-22T07:47:36.827" v="536" actId="2711"/>
            <ac:spMkLst>
              <pc:docMk/>
              <pc:sldMasterMk cId="1377184672" sldId="2147484005"/>
              <pc:sldLayoutMk cId="1747433325" sldId="2147484020"/>
              <ac:spMk id="5" creationId="{00000000-0000-0000-0000-000000000000}"/>
            </ac:spMkLst>
          </pc:spChg>
          <pc:spChg chg="mod">
            <ac:chgData name="Martin Siemienski Andersen" userId="3e5b9027-db81-4bdb-8ff3-173865797b46" providerId="ADAL" clId="{80DE75E6-B9C5-4924-BF8C-CFC4D0378A0D}" dt="2023-09-22T07:47:36.827" v="536" actId="2711"/>
            <ac:spMkLst>
              <pc:docMk/>
              <pc:sldMasterMk cId="1377184672" sldId="2147484005"/>
              <pc:sldLayoutMk cId="1747433325" sldId="2147484020"/>
              <ac:spMk id="6" creationId="{00000000-0000-0000-0000-000000000000}"/>
            </ac:spMkLst>
          </pc:spChg>
          <pc:spChg chg="mod">
            <ac:chgData name="Martin Siemienski Andersen" userId="3e5b9027-db81-4bdb-8ff3-173865797b46" providerId="ADAL" clId="{80DE75E6-B9C5-4924-BF8C-CFC4D0378A0D}" dt="2023-09-22T07:47:36.827" v="536" actId="2711"/>
            <ac:spMkLst>
              <pc:docMk/>
              <pc:sldMasterMk cId="1377184672" sldId="2147484005"/>
              <pc:sldLayoutMk cId="1747433325" sldId="2147484020"/>
              <ac:spMk id="7" creationId="{00000000-0000-0000-0000-000000000000}"/>
            </ac:spMkLst>
          </pc:spChg>
          <pc:grpChg chg="mod">
            <ac:chgData name="Martin Siemienski Andersen" userId="3e5b9027-db81-4bdb-8ff3-173865797b46" providerId="ADAL" clId="{80DE75E6-B9C5-4924-BF8C-CFC4D0378A0D}" dt="2023-09-22T07:47:36.827" v="536" actId="2711"/>
            <ac:grpSpMkLst>
              <pc:docMk/>
              <pc:sldMasterMk cId="1377184672" sldId="2147484005"/>
              <pc:sldLayoutMk cId="1747433325" sldId="2147484020"/>
              <ac:grpSpMk id="2" creationId="{00000000-0000-0000-0000-000000000000}"/>
            </ac:grpSpMkLst>
          </pc:grpChg>
          <pc:grpChg chg="mod">
            <ac:chgData name="Martin Siemienski Andersen" userId="3e5b9027-db81-4bdb-8ff3-173865797b46" providerId="ADAL" clId="{80DE75E6-B9C5-4924-BF8C-CFC4D0378A0D}" dt="2023-09-22T07:47:36.827" v="536" actId="2711"/>
            <ac:grpSpMkLst>
              <pc:docMk/>
              <pc:sldMasterMk cId="1377184672" sldId="2147484005"/>
              <pc:sldLayoutMk cId="1747433325" sldId="2147484020"/>
              <ac:grpSpMk id="31" creationId="{00000000-0000-0000-0000-000000000000}"/>
            </ac:grpSpMkLst>
          </pc:grpChg>
        </pc:sldLayoutChg>
        <pc:sldLayoutChg chg="modSp">
          <pc:chgData name="Martin Siemienski Andersen" userId="3e5b9027-db81-4bdb-8ff3-173865797b46" providerId="ADAL" clId="{80DE75E6-B9C5-4924-BF8C-CFC4D0378A0D}" dt="2023-09-22T07:48:20.915" v="543" actId="2711"/>
          <pc:sldLayoutMkLst>
            <pc:docMk/>
            <pc:sldMasterMk cId="1377184672" sldId="2147484005"/>
            <pc:sldLayoutMk cId="0" sldId="2147484022"/>
          </pc:sldLayoutMkLst>
          <pc:spChg chg="mod">
            <ac:chgData name="Martin Siemienski Andersen" userId="3e5b9027-db81-4bdb-8ff3-173865797b46" providerId="ADAL" clId="{80DE75E6-B9C5-4924-BF8C-CFC4D0378A0D}" dt="2023-09-22T07:48:20.915" v="543" actId="2711"/>
            <ac:spMkLst>
              <pc:docMk/>
              <pc:sldMasterMk cId="1377184672" sldId="2147484005"/>
              <pc:sldLayoutMk cId="0" sldId="2147484022"/>
              <ac:spMk id="3" creationId="{00000000-0000-0000-0000-000000000000}"/>
            </ac:spMkLst>
          </pc:spChg>
          <pc:spChg chg="mod">
            <ac:chgData name="Martin Siemienski Andersen" userId="3e5b9027-db81-4bdb-8ff3-173865797b46" providerId="ADAL" clId="{80DE75E6-B9C5-4924-BF8C-CFC4D0378A0D}" dt="2023-09-22T07:48:20.915" v="543" actId="2711"/>
            <ac:spMkLst>
              <pc:docMk/>
              <pc:sldMasterMk cId="1377184672" sldId="2147484005"/>
              <pc:sldLayoutMk cId="0" sldId="2147484022"/>
              <ac:spMk id="26" creationId="{00000000-0000-0000-0000-000000000000}"/>
            </ac:spMkLst>
          </pc:spChg>
          <pc:spChg chg="mod">
            <ac:chgData name="Martin Siemienski Andersen" userId="3e5b9027-db81-4bdb-8ff3-173865797b46" providerId="ADAL" clId="{80DE75E6-B9C5-4924-BF8C-CFC4D0378A0D}" dt="2023-09-22T07:48:20.915" v="543" actId="2711"/>
            <ac:spMkLst>
              <pc:docMk/>
              <pc:sldMasterMk cId="1377184672" sldId="2147484005"/>
              <pc:sldLayoutMk cId="0" sldId="2147484022"/>
              <ac:spMk id="28" creationId="{00000000-0000-0000-0000-000000000000}"/>
            </ac:spMkLst>
          </pc:spChg>
          <pc:spChg chg="mod">
            <ac:chgData name="Martin Siemienski Andersen" userId="3e5b9027-db81-4bdb-8ff3-173865797b46" providerId="ADAL" clId="{80DE75E6-B9C5-4924-BF8C-CFC4D0378A0D}" dt="2023-09-22T07:48:20.915" v="543" actId="2711"/>
            <ac:spMkLst>
              <pc:docMk/>
              <pc:sldMasterMk cId="1377184672" sldId="2147484005"/>
              <pc:sldLayoutMk cId="0" sldId="2147484022"/>
              <ac:spMk id="29" creationId="{00000000-0000-0000-0000-000000000000}"/>
            </ac:spMkLst>
          </pc:spChg>
          <pc:grpChg chg="mod">
            <ac:chgData name="Martin Siemienski Andersen" userId="3e5b9027-db81-4bdb-8ff3-173865797b46" providerId="ADAL" clId="{80DE75E6-B9C5-4924-BF8C-CFC4D0378A0D}" dt="2023-09-22T07:48:20.915" v="543" actId="2711"/>
            <ac:grpSpMkLst>
              <pc:docMk/>
              <pc:sldMasterMk cId="1377184672" sldId="2147484005"/>
              <pc:sldLayoutMk cId="0" sldId="2147484022"/>
              <ac:grpSpMk id="30" creationId="{00000000-0000-0000-0000-000000000000}"/>
            </ac:grpSpMkLst>
          </pc:grpChg>
          <pc:picChg chg="mod">
            <ac:chgData name="Martin Siemienski Andersen" userId="3e5b9027-db81-4bdb-8ff3-173865797b46" providerId="ADAL" clId="{80DE75E6-B9C5-4924-BF8C-CFC4D0378A0D}" dt="2023-09-22T07:48:20.915" v="543" actId="2711"/>
            <ac:picMkLst>
              <pc:docMk/>
              <pc:sldMasterMk cId="1377184672" sldId="2147484005"/>
              <pc:sldLayoutMk cId="0" sldId="2147484022"/>
              <ac:picMk id="27" creationId="{00000000-0000-0000-0000-000000000000}"/>
            </ac:picMkLst>
          </pc:picChg>
        </pc:sldLayoutChg>
        <pc:sldLayoutChg chg="modSp">
          <pc:chgData name="Martin Siemienski Andersen" userId="3e5b9027-db81-4bdb-8ff3-173865797b46" providerId="ADAL" clId="{80DE75E6-B9C5-4924-BF8C-CFC4D0378A0D}" dt="2023-09-22T07:48:47.765" v="547" actId="2711"/>
          <pc:sldLayoutMkLst>
            <pc:docMk/>
            <pc:sldMasterMk cId="1377184672" sldId="2147484005"/>
            <pc:sldLayoutMk cId="1468601357" sldId="2147484028"/>
          </pc:sldLayoutMkLst>
          <pc:spChg chg="mod">
            <ac:chgData name="Martin Siemienski Andersen" userId="3e5b9027-db81-4bdb-8ff3-173865797b46" providerId="ADAL" clId="{80DE75E6-B9C5-4924-BF8C-CFC4D0378A0D}" dt="2023-09-22T07:48:47.765" v="547" actId="2711"/>
            <ac:spMkLst>
              <pc:docMk/>
              <pc:sldMasterMk cId="1377184672" sldId="2147484005"/>
              <pc:sldLayoutMk cId="1468601357" sldId="2147484028"/>
              <ac:spMk id="3" creationId="{00000000-0000-0000-0000-000000000000}"/>
            </ac:spMkLst>
          </pc:spChg>
          <pc:spChg chg="mod">
            <ac:chgData name="Martin Siemienski Andersen" userId="3e5b9027-db81-4bdb-8ff3-173865797b46" providerId="ADAL" clId="{80DE75E6-B9C5-4924-BF8C-CFC4D0378A0D}" dt="2023-09-22T07:48:47.765" v="547" actId="2711"/>
            <ac:spMkLst>
              <pc:docMk/>
              <pc:sldMasterMk cId="1377184672" sldId="2147484005"/>
              <pc:sldLayoutMk cId="1468601357" sldId="2147484028"/>
              <ac:spMk id="5" creationId="{00000000-0000-0000-0000-000000000000}"/>
            </ac:spMkLst>
          </pc:spChg>
          <pc:spChg chg="mod">
            <ac:chgData name="Martin Siemienski Andersen" userId="3e5b9027-db81-4bdb-8ff3-173865797b46" providerId="ADAL" clId="{80DE75E6-B9C5-4924-BF8C-CFC4D0378A0D}" dt="2023-09-22T07:48:47.765" v="547" actId="2711"/>
            <ac:spMkLst>
              <pc:docMk/>
              <pc:sldMasterMk cId="1377184672" sldId="2147484005"/>
              <pc:sldLayoutMk cId="1468601357" sldId="2147484028"/>
              <ac:spMk id="6" creationId="{00000000-0000-0000-0000-000000000000}"/>
            </ac:spMkLst>
          </pc:spChg>
          <pc:spChg chg="mod">
            <ac:chgData name="Martin Siemienski Andersen" userId="3e5b9027-db81-4bdb-8ff3-173865797b46" providerId="ADAL" clId="{80DE75E6-B9C5-4924-BF8C-CFC4D0378A0D}" dt="2023-09-22T07:48:47.765" v="547" actId="2711"/>
            <ac:spMkLst>
              <pc:docMk/>
              <pc:sldMasterMk cId="1377184672" sldId="2147484005"/>
              <pc:sldLayoutMk cId="1468601357" sldId="2147484028"/>
              <ac:spMk id="7" creationId="{00000000-0000-0000-0000-000000000000}"/>
            </ac:spMkLst>
          </pc:spChg>
          <pc:grpChg chg="mod">
            <ac:chgData name="Martin Siemienski Andersen" userId="3e5b9027-db81-4bdb-8ff3-173865797b46" providerId="ADAL" clId="{80DE75E6-B9C5-4924-BF8C-CFC4D0378A0D}" dt="2023-09-22T07:48:47.765" v="547" actId="2711"/>
            <ac:grpSpMkLst>
              <pc:docMk/>
              <pc:sldMasterMk cId="1377184672" sldId="2147484005"/>
              <pc:sldLayoutMk cId="1468601357" sldId="2147484028"/>
              <ac:grpSpMk id="8" creationId="{00000000-0000-0000-0000-000000000000}"/>
            </ac:grpSpMkLst>
          </pc:grpChg>
        </pc:sldLayoutChg>
        <pc:sldLayoutChg chg="modSp">
          <pc:chgData name="Martin Siemienski Andersen" userId="3e5b9027-db81-4bdb-8ff3-173865797b46" providerId="ADAL" clId="{80DE75E6-B9C5-4924-BF8C-CFC4D0378A0D}" dt="2023-09-22T07:48:52.978" v="548" actId="2711"/>
          <pc:sldLayoutMkLst>
            <pc:docMk/>
            <pc:sldMasterMk cId="1377184672" sldId="2147484005"/>
            <pc:sldLayoutMk cId="611979472" sldId="2147484032"/>
          </pc:sldLayoutMkLst>
          <pc:spChg chg="mod">
            <ac:chgData name="Martin Siemienski Andersen" userId="3e5b9027-db81-4bdb-8ff3-173865797b46" providerId="ADAL" clId="{80DE75E6-B9C5-4924-BF8C-CFC4D0378A0D}" dt="2023-09-22T07:48:52.978" v="548" actId="2711"/>
            <ac:spMkLst>
              <pc:docMk/>
              <pc:sldMasterMk cId="1377184672" sldId="2147484005"/>
              <pc:sldLayoutMk cId="611979472" sldId="2147484032"/>
              <ac:spMk id="3" creationId="{00000000-0000-0000-0000-000000000000}"/>
            </ac:spMkLst>
          </pc:spChg>
          <pc:spChg chg="mod">
            <ac:chgData name="Martin Siemienski Andersen" userId="3e5b9027-db81-4bdb-8ff3-173865797b46" providerId="ADAL" clId="{80DE75E6-B9C5-4924-BF8C-CFC4D0378A0D}" dt="2023-09-22T07:48:52.978" v="548" actId="2711"/>
            <ac:spMkLst>
              <pc:docMk/>
              <pc:sldMasterMk cId="1377184672" sldId="2147484005"/>
              <pc:sldLayoutMk cId="611979472" sldId="2147484032"/>
              <ac:spMk id="7" creationId="{00000000-0000-0000-0000-000000000000}"/>
            </ac:spMkLst>
          </pc:spChg>
          <pc:spChg chg="mod">
            <ac:chgData name="Martin Siemienski Andersen" userId="3e5b9027-db81-4bdb-8ff3-173865797b46" providerId="ADAL" clId="{80DE75E6-B9C5-4924-BF8C-CFC4D0378A0D}" dt="2023-09-22T07:48:52.978" v="548" actId="2711"/>
            <ac:spMkLst>
              <pc:docMk/>
              <pc:sldMasterMk cId="1377184672" sldId="2147484005"/>
              <pc:sldLayoutMk cId="611979472" sldId="2147484032"/>
              <ac:spMk id="9" creationId="{00000000-0000-0000-0000-000000000000}"/>
            </ac:spMkLst>
          </pc:spChg>
          <pc:spChg chg="mod">
            <ac:chgData name="Martin Siemienski Andersen" userId="3e5b9027-db81-4bdb-8ff3-173865797b46" providerId="ADAL" clId="{80DE75E6-B9C5-4924-BF8C-CFC4D0378A0D}" dt="2023-09-22T07:48:52.978" v="548" actId="2711"/>
            <ac:spMkLst>
              <pc:docMk/>
              <pc:sldMasterMk cId="1377184672" sldId="2147484005"/>
              <pc:sldLayoutMk cId="611979472" sldId="2147484032"/>
              <ac:spMk id="10" creationId="{00000000-0000-0000-0000-000000000000}"/>
            </ac:spMkLst>
          </pc:spChg>
          <pc:spChg chg="mod">
            <ac:chgData name="Martin Siemienski Andersen" userId="3e5b9027-db81-4bdb-8ff3-173865797b46" providerId="ADAL" clId="{80DE75E6-B9C5-4924-BF8C-CFC4D0378A0D}" dt="2023-09-22T07:48:52.978" v="548" actId="2711"/>
            <ac:spMkLst>
              <pc:docMk/>
              <pc:sldMasterMk cId="1377184672" sldId="2147484005"/>
              <pc:sldLayoutMk cId="611979472" sldId="2147484032"/>
              <ac:spMk id="11" creationId="{00000000-0000-0000-0000-000000000000}"/>
            </ac:spMkLst>
          </pc:spChg>
        </pc:sldLayoutChg>
        <pc:sldLayoutChg chg="modSp">
          <pc:chgData name="Martin Siemienski Andersen" userId="3e5b9027-db81-4bdb-8ff3-173865797b46" providerId="ADAL" clId="{80DE75E6-B9C5-4924-BF8C-CFC4D0378A0D}" dt="2023-09-22T07:48:42.755" v="546" actId="2711"/>
          <pc:sldLayoutMkLst>
            <pc:docMk/>
            <pc:sldMasterMk cId="1377184672" sldId="2147484005"/>
            <pc:sldLayoutMk cId="735931798" sldId="2147484051"/>
          </pc:sldLayoutMkLst>
          <pc:spChg chg="mod">
            <ac:chgData name="Martin Siemienski Andersen" userId="3e5b9027-db81-4bdb-8ff3-173865797b46" providerId="ADAL" clId="{80DE75E6-B9C5-4924-BF8C-CFC4D0378A0D}" dt="2023-09-22T07:48:42.755" v="546" actId="2711"/>
            <ac:spMkLst>
              <pc:docMk/>
              <pc:sldMasterMk cId="1377184672" sldId="2147484005"/>
              <pc:sldLayoutMk cId="735931798" sldId="2147484051"/>
              <ac:spMk id="3" creationId="{00000000-0000-0000-0000-000000000000}"/>
            </ac:spMkLst>
          </pc:spChg>
          <pc:spChg chg="mod">
            <ac:chgData name="Martin Siemienski Andersen" userId="3e5b9027-db81-4bdb-8ff3-173865797b46" providerId="ADAL" clId="{80DE75E6-B9C5-4924-BF8C-CFC4D0378A0D}" dt="2023-09-22T07:48:42.755" v="546" actId="2711"/>
            <ac:spMkLst>
              <pc:docMk/>
              <pc:sldMasterMk cId="1377184672" sldId="2147484005"/>
              <pc:sldLayoutMk cId="735931798" sldId="2147484051"/>
              <ac:spMk id="4" creationId="{00000000-0000-0000-0000-000000000000}"/>
            </ac:spMkLst>
          </pc:spChg>
          <pc:spChg chg="mod">
            <ac:chgData name="Martin Siemienski Andersen" userId="3e5b9027-db81-4bdb-8ff3-173865797b46" providerId="ADAL" clId="{80DE75E6-B9C5-4924-BF8C-CFC4D0378A0D}" dt="2023-09-22T07:48:42.755" v="546" actId="2711"/>
            <ac:spMkLst>
              <pc:docMk/>
              <pc:sldMasterMk cId="1377184672" sldId="2147484005"/>
              <pc:sldLayoutMk cId="735931798" sldId="2147484051"/>
              <ac:spMk id="6" creationId="{00000000-0000-0000-0000-000000000000}"/>
            </ac:spMkLst>
          </pc:spChg>
          <pc:spChg chg="mod">
            <ac:chgData name="Martin Siemienski Andersen" userId="3e5b9027-db81-4bdb-8ff3-173865797b46" providerId="ADAL" clId="{80DE75E6-B9C5-4924-BF8C-CFC4D0378A0D}" dt="2023-09-22T07:48:42.755" v="546" actId="2711"/>
            <ac:spMkLst>
              <pc:docMk/>
              <pc:sldMasterMk cId="1377184672" sldId="2147484005"/>
              <pc:sldLayoutMk cId="735931798" sldId="2147484051"/>
              <ac:spMk id="7" creationId="{00000000-0000-0000-0000-000000000000}"/>
            </ac:spMkLst>
          </pc:spChg>
          <pc:spChg chg="mod">
            <ac:chgData name="Martin Siemienski Andersen" userId="3e5b9027-db81-4bdb-8ff3-173865797b46" providerId="ADAL" clId="{80DE75E6-B9C5-4924-BF8C-CFC4D0378A0D}" dt="2023-09-22T07:48:42.755" v="546" actId="2711"/>
            <ac:spMkLst>
              <pc:docMk/>
              <pc:sldMasterMk cId="1377184672" sldId="2147484005"/>
              <pc:sldLayoutMk cId="735931798" sldId="2147484051"/>
              <ac:spMk id="75" creationId="{00000000-0000-0000-0000-000000000000}"/>
            </ac:spMkLst>
          </pc:spChg>
          <pc:grpChg chg="mod">
            <ac:chgData name="Martin Siemienski Andersen" userId="3e5b9027-db81-4bdb-8ff3-173865797b46" providerId="ADAL" clId="{80DE75E6-B9C5-4924-BF8C-CFC4D0378A0D}" dt="2023-09-22T07:48:42.755" v="546" actId="2711"/>
            <ac:grpSpMkLst>
              <pc:docMk/>
              <pc:sldMasterMk cId="1377184672" sldId="2147484005"/>
              <pc:sldLayoutMk cId="735931798" sldId="2147484051"/>
              <ac:grpSpMk id="2" creationId="{00000000-0000-0000-0000-000000000000}"/>
            </ac:grpSpMkLst>
          </pc:grpChg>
          <pc:grpChg chg="mod">
            <ac:chgData name="Martin Siemienski Andersen" userId="3e5b9027-db81-4bdb-8ff3-173865797b46" providerId="ADAL" clId="{80DE75E6-B9C5-4924-BF8C-CFC4D0378A0D}" dt="2023-09-22T07:48:42.755" v="546" actId="2711"/>
            <ac:grpSpMkLst>
              <pc:docMk/>
              <pc:sldMasterMk cId="1377184672" sldId="2147484005"/>
              <pc:sldLayoutMk cId="735931798" sldId="2147484051"/>
              <ac:grpSpMk id="31" creationId="{00000000-0000-0000-0000-000000000000}"/>
            </ac:grpSpMkLst>
          </pc:grpChg>
        </pc:sldLayoutChg>
        <pc:sldLayoutChg chg="modSp">
          <pc:chgData name="Martin Siemienski Andersen" userId="3e5b9027-db81-4bdb-8ff3-173865797b46" providerId="ADAL" clId="{80DE75E6-B9C5-4924-BF8C-CFC4D0378A0D}" dt="2023-09-22T07:49:05.224" v="549" actId="2711"/>
          <pc:sldLayoutMkLst>
            <pc:docMk/>
            <pc:sldMasterMk cId="1377184672" sldId="2147484005"/>
            <pc:sldLayoutMk cId="3858436414" sldId="2147484052"/>
          </pc:sldLayoutMkLst>
          <pc:spChg chg="mod">
            <ac:chgData name="Martin Siemienski Andersen" userId="3e5b9027-db81-4bdb-8ff3-173865797b46" providerId="ADAL" clId="{80DE75E6-B9C5-4924-BF8C-CFC4D0378A0D}" dt="2023-09-22T07:49:05.224" v="549" actId="2711"/>
            <ac:spMkLst>
              <pc:docMk/>
              <pc:sldMasterMk cId="1377184672" sldId="2147484005"/>
              <pc:sldLayoutMk cId="3858436414" sldId="2147484052"/>
              <ac:spMk id="3" creationId="{00000000-0000-0000-0000-000000000000}"/>
            </ac:spMkLst>
          </pc:spChg>
          <pc:spChg chg="mod">
            <ac:chgData name="Martin Siemienski Andersen" userId="3e5b9027-db81-4bdb-8ff3-173865797b46" providerId="ADAL" clId="{80DE75E6-B9C5-4924-BF8C-CFC4D0378A0D}" dt="2023-09-22T07:49:05.224" v="549" actId="2711"/>
            <ac:spMkLst>
              <pc:docMk/>
              <pc:sldMasterMk cId="1377184672" sldId="2147484005"/>
              <pc:sldLayoutMk cId="3858436414" sldId="2147484052"/>
              <ac:spMk id="26" creationId="{00000000-0000-0000-0000-000000000000}"/>
            </ac:spMkLst>
          </pc:spChg>
          <pc:spChg chg="mod">
            <ac:chgData name="Martin Siemienski Andersen" userId="3e5b9027-db81-4bdb-8ff3-173865797b46" providerId="ADAL" clId="{80DE75E6-B9C5-4924-BF8C-CFC4D0378A0D}" dt="2023-09-22T07:49:05.224" v="549" actId="2711"/>
            <ac:spMkLst>
              <pc:docMk/>
              <pc:sldMasterMk cId="1377184672" sldId="2147484005"/>
              <pc:sldLayoutMk cId="3858436414" sldId="2147484052"/>
              <ac:spMk id="28" creationId="{00000000-0000-0000-0000-000000000000}"/>
            </ac:spMkLst>
          </pc:spChg>
          <pc:spChg chg="mod">
            <ac:chgData name="Martin Siemienski Andersen" userId="3e5b9027-db81-4bdb-8ff3-173865797b46" providerId="ADAL" clId="{80DE75E6-B9C5-4924-BF8C-CFC4D0378A0D}" dt="2023-09-22T07:49:05.224" v="549" actId="2711"/>
            <ac:spMkLst>
              <pc:docMk/>
              <pc:sldMasterMk cId="1377184672" sldId="2147484005"/>
              <pc:sldLayoutMk cId="3858436414" sldId="2147484052"/>
              <ac:spMk id="53" creationId="{00000000-0000-0000-0000-000000000000}"/>
            </ac:spMkLst>
          </pc:spChg>
          <pc:grpChg chg="mod">
            <ac:chgData name="Martin Siemienski Andersen" userId="3e5b9027-db81-4bdb-8ff3-173865797b46" providerId="ADAL" clId="{80DE75E6-B9C5-4924-BF8C-CFC4D0378A0D}" dt="2023-09-22T07:49:05.224" v="549" actId="2711"/>
            <ac:grpSpMkLst>
              <pc:docMk/>
              <pc:sldMasterMk cId="1377184672" sldId="2147484005"/>
              <pc:sldLayoutMk cId="3858436414" sldId="2147484052"/>
              <ac:grpSpMk id="5" creationId="{00000000-0000-0000-0000-000000000000}"/>
            </ac:grpSpMkLst>
          </pc:grpChg>
          <pc:grpChg chg="mod">
            <ac:chgData name="Martin Siemienski Andersen" userId="3e5b9027-db81-4bdb-8ff3-173865797b46" providerId="ADAL" clId="{80DE75E6-B9C5-4924-BF8C-CFC4D0378A0D}" dt="2023-09-22T07:49:05.224" v="549" actId="2711"/>
            <ac:grpSpMkLst>
              <pc:docMk/>
              <pc:sldMasterMk cId="1377184672" sldId="2147484005"/>
              <pc:sldLayoutMk cId="3858436414" sldId="2147484052"/>
              <ac:grpSpMk id="29" creationId="{00000000-0000-0000-0000-000000000000}"/>
            </ac:grpSpMkLst>
          </pc:grpChg>
        </pc:sldLayoutChg>
        <pc:sldLayoutChg chg="modSp">
          <pc:chgData name="Martin Siemienski Andersen" userId="3e5b9027-db81-4bdb-8ff3-173865797b46" providerId="ADAL" clId="{80DE75E6-B9C5-4924-BF8C-CFC4D0378A0D}" dt="2023-09-22T07:48:02.310" v="539" actId="2711"/>
          <pc:sldLayoutMkLst>
            <pc:docMk/>
            <pc:sldMasterMk cId="1377184672" sldId="2147484005"/>
            <pc:sldLayoutMk cId="3553502022" sldId="2147484053"/>
          </pc:sldLayoutMkLst>
          <pc:spChg chg="mod">
            <ac:chgData name="Martin Siemienski Andersen" userId="3e5b9027-db81-4bdb-8ff3-173865797b46" providerId="ADAL" clId="{80DE75E6-B9C5-4924-BF8C-CFC4D0378A0D}" dt="2023-09-22T07:48:02.310" v="539" actId="2711"/>
            <ac:spMkLst>
              <pc:docMk/>
              <pc:sldMasterMk cId="1377184672" sldId="2147484005"/>
              <pc:sldLayoutMk cId="3553502022" sldId="2147484053"/>
              <ac:spMk id="4" creationId="{00000000-0000-0000-0000-000000000000}"/>
            </ac:spMkLst>
          </pc:spChg>
          <pc:spChg chg="mod">
            <ac:chgData name="Martin Siemienski Andersen" userId="3e5b9027-db81-4bdb-8ff3-173865797b46" providerId="ADAL" clId="{80DE75E6-B9C5-4924-BF8C-CFC4D0378A0D}" dt="2023-09-22T07:48:02.310" v="539" actId="2711"/>
            <ac:spMkLst>
              <pc:docMk/>
              <pc:sldMasterMk cId="1377184672" sldId="2147484005"/>
              <pc:sldLayoutMk cId="3553502022" sldId="2147484053"/>
              <ac:spMk id="5" creationId="{00000000-0000-0000-0000-000000000000}"/>
            </ac:spMkLst>
          </pc:spChg>
          <pc:grpChg chg="mod">
            <ac:chgData name="Martin Siemienski Andersen" userId="3e5b9027-db81-4bdb-8ff3-173865797b46" providerId="ADAL" clId="{80DE75E6-B9C5-4924-BF8C-CFC4D0378A0D}" dt="2023-09-22T07:48:02.310" v="539" actId="2711"/>
            <ac:grpSpMkLst>
              <pc:docMk/>
              <pc:sldMasterMk cId="1377184672" sldId="2147484005"/>
              <pc:sldLayoutMk cId="3553502022" sldId="2147484053"/>
              <ac:grpSpMk id="10" creationId="{00000000-0000-0000-0000-000000000000}"/>
            </ac:grpSpMkLst>
          </pc:grpChg>
        </pc:sldLayoutChg>
        <pc:sldLayoutChg chg="modSp">
          <pc:chgData name="Martin Siemienski Andersen" userId="3e5b9027-db81-4bdb-8ff3-173865797b46" providerId="ADAL" clId="{80DE75E6-B9C5-4924-BF8C-CFC4D0378A0D}" dt="2023-09-22T07:49:10.060" v="550" actId="2711"/>
          <pc:sldLayoutMkLst>
            <pc:docMk/>
            <pc:sldMasterMk cId="1377184672" sldId="2147484005"/>
            <pc:sldLayoutMk cId="1373375897" sldId="2147484054"/>
          </pc:sldLayoutMkLst>
          <pc:spChg chg="mod">
            <ac:chgData name="Martin Siemienski Andersen" userId="3e5b9027-db81-4bdb-8ff3-173865797b46" providerId="ADAL" clId="{80DE75E6-B9C5-4924-BF8C-CFC4D0378A0D}" dt="2023-09-22T07:49:10.060" v="550" actId="2711"/>
            <ac:spMkLst>
              <pc:docMk/>
              <pc:sldMasterMk cId="1377184672" sldId="2147484005"/>
              <pc:sldLayoutMk cId="1373375897" sldId="2147484054"/>
              <ac:spMk id="3" creationId="{00000000-0000-0000-0000-000000000000}"/>
            </ac:spMkLst>
          </pc:spChg>
          <pc:spChg chg="mod">
            <ac:chgData name="Martin Siemienski Andersen" userId="3e5b9027-db81-4bdb-8ff3-173865797b46" providerId="ADAL" clId="{80DE75E6-B9C5-4924-BF8C-CFC4D0378A0D}" dt="2023-09-22T07:49:10.060" v="550" actId="2711"/>
            <ac:spMkLst>
              <pc:docMk/>
              <pc:sldMasterMk cId="1377184672" sldId="2147484005"/>
              <pc:sldLayoutMk cId="1373375897" sldId="2147484054"/>
              <ac:spMk id="74" creationId="{00000000-0000-0000-0000-000000000000}"/>
            </ac:spMkLst>
          </pc:spChg>
          <pc:spChg chg="mod">
            <ac:chgData name="Martin Siemienski Andersen" userId="3e5b9027-db81-4bdb-8ff3-173865797b46" providerId="ADAL" clId="{80DE75E6-B9C5-4924-BF8C-CFC4D0378A0D}" dt="2023-09-22T07:49:10.060" v="550" actId="2711"/>
            <ac:spMkLst>
              <pc:docMk/>
              <pc:sldMasterMk cId="1377184672" sldId="2147484005"/>
              <pc:sldLayoutMk cId="1373375897" sldId="2147484054"/>
              <ac:spMk id="75" creationId="{00000000-0000-0000-0000-000000000000}"/>
            </ac:spMkLst>
          </pc:spChg>
          <pc:spChg chg="mod">
            <ac:chgData name="Martin Siemienski Andersen" userId="3e5b9027-db81-4bdb-8ff3-173865797b46" providerId="ADAL" clId="{80DE75E6-B9C5-4924-BF8C-CFC4D0378A0D}" dt="2023-09-22T07:49:10.060" v="550" actId="2711"/>
            <ac:spMkLst>
              <pc:docMk/>
              <pc:sldMasterMk cId="1377184672" sldId="2147484005"/>
              <pc:sldLayoutMk cId="1373375897" sldId="2147484054"/>
              <ac:spMk id="76" creationId="{00000000-0000-0000-0000-000000000000}"/>
            </ac:spMkLst>
          </pc:spChg>
          <pc:grpChg chg="mod">
            <ac:chgData name="Martin Siemienski Andersen" userId="3e5b9027-db81-4bdb-8ff3-173865797b46" providerId="ADAL" clId="{80DE75E6-B9C5-4924-BF8C-CFC4D0378A0D}" dt="2023-09-22T07:49:10.060" v="550" actId="2711"/>
            <ac:grpSpMkLst>
              <pc:docMk/>
              <pc:sldMasterMk cId="1377184672" sldId="2147484005"/>
              <pc:sldLayoutMk cId="1373375897" sldId="2147484054"/>
              <ac:grpSpMk id="29" creationId="{00000000-0000-0000-0000-000000000000}"/>
            </ac:grpSpMkLst>
          </pc:grpChg>
          <pc:grpChg chg="mod">
            <ac:chgData name="Martin Siemienski Andersen" userId="3e5b9027-db81-4bdb-8ff3-173865797b46" providerId="ADAL" clId="{80DE75E6-B9C5-4924-BF8C-CFC4D0378A0D}" dt="2023-09-22T07:49:10.060" v="550" actId="2711"/>
            <ac:grpSpMkLst>
              <pc:docMk/>
              <pc:sldMasterMk cId="1377184672" sldId="2147484005"/>
              <pc:sldLayoutMk cId="1373375897" sldId="2147484054"/>
              <ac:grpSpMk id="54" creationId="{00000000-0000-0000-0000-000000000000}"/>
            </ac:grpSpMkLst>
          </pc:grpChg>
        </pc:sldLayoutChg>
        <pc:sldLayoutChg chg="modSp">
          <pc:chgData name="Martin Siemienski Andersen" userId="3e5b9027-db81-4bdb-8ff3-173865797b46" providerId="ADAL" clId="{80DE75E6-B9C5-4924-BF8C-CFC4D0378A0D}" dt="2023-09-22T07:47:49.873" v="537" actId="2711"/>
          <pc:sldLayoutMkLst>
            <pc:docMk/>
            <pc:sldMasterMk cId="1377184672" sldId="2147484005"/>
            <pc:sldLayoutMk cId="3666039052" sldId="2147484055"/>
          </pc:sldLayoutMkLst>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2"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5"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12"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13"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15"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16" creationId="{00000000-0000-0000-0000-000000000000}"/>
            </ac:spMkLst>
          </pc:spChg>
          <pc:spChg chg="mod">
            <ac:chgData name="Martin Siemienski Andersen" userId="3e5b9027-db81-4bdb-8ff3-173865797b46" providerId="ADAL" clId="{80DE75E6-B9C5-4924-BF8C-CFC4D0378A0D}" dt="2023-09-22T07:47:49.873" v="537" actId="2711"/>
            <ac:spMkLst>
              <pc:docMk/>
              <pc:sldMasterMk cId="1377184672" sldId="2147484005"/>
              <pc:sldLayoutMk cId="3666039052" sldId="2147484055"/>
              <ac:spMk id="22" creationId="{00000000-0000-0000-0000-000000000000}"/>
            </ac:spMkLst>
          </pc:spChg>
          <pc:picChg chg="mod">
            <ac:chgData name="Martin Siemienski Andersen" userId="3e5b9027-db81-4bdb-8ff3-173865797b46" providerId="ADAL" clId="{80DE75E6-B9C5-4924-BF8C-CFC4D0378A0D}" dt="2023-09-22T07:47:49.873" v="537" actId="2711"/>
            <ac:picMkLst>
              <pc:docMk/>
              <pc:sldMasterMk cId="1377184672" sldId="2147484005"/>
              <pc:sldLayoutMk cId="3666039052" sldId="2147484055"/>
              <ac:picMk id="18" creationId="{00000000-0000-0000-0000-000000000000}"/>
            </ac:picMkLst>
          </pc:picChg>
          <pc:picChg chg="mod">
            <ac:chgData name="Martin Siemienski Andersen" userId="3e5b9027-db81-4bdb-8ff3-173865797b46" providerId="ADAL" clId="{80DE75E6-B9C5-4924-BF8C-CFC4D0378A0D}" dt="2023-09-22T07:47:49.873" v="537" actId="2711"/>
            <ac:picMkLst>
              <pc:docMk/>
              <pc:sldMasterMk cId="1377184672" sldId="2147484005"/>
              <pc:sldLayoutMk cId="3666039052" sldId="2147484055"/>
              <ac:picMk id="19" creationId="{00000000-0000-0000-0000-000000000000}"/>
            </ac:picMkLst>
          </pc:picChg>
          <pc:picChg chg="mod">
            <ac:chgData name="Martin Siemienski Andersen" userId="3e5b9027-db81-4bdb-8ff3-173865797b46" providerId="ADAL" clId="{80DE75E6-B9C5-4924-BF8C-CFC4D0378A0D}" dt="2023-09-22T07:47:49.873" v="537" actId="2711"/>
            <ac:picMkLst>
              <pc:docMk/>
              <pc:sldMasterMk cId="1377184672" sldId="2147484005"/>
              <pc:sldLayoutMk cId="3666039052" sldId="2147484055"/>
              <ac:picMk id="21" creationId="{00000000-0000-0000-0000-000000000000}"/>
            </ac:picMkLst>
          </pc:picChg>
        </pc:sldLayoutChg>
      </pc:sldMasterChg>
    </pc:docChg>
  </pc:docChgLst>
  <pc:docChgLst>
    <pc:chgData name="Martin Siemienski Andersen" userId="3e5b9027-db81-4bdb-8ff3-173865797b46" providerId="ADAL" clId="{AA5C2E9E-ED3A-4755-84EE-9B65CFF4E84A}"/>
    <pc:docChg chg="undo redo custSel addSld modSld modSection">
      <pc:chgData name="Martin Siemienski Andersen" userId="3e5b9027-db81-4bdb-8ff3-173865797b46" providerId="ADAL" clId="{AA5C2E9E-ED3A-4755-84EE-9B65CFF4E84A}" dt="2023-08-08T09:50:19.373" v="3549" actId="20577"/>
      <pc:docMkLst>
        <pc:docMk/>
      </pc:docMkLst>
      <pc:sldChg chg="modSp mod">
        <pc:chgData name="Martin Siemienski Andersen" userId="3e5b9027-db81-4bdb-8ff3-173865797b46" providerId="ADAL" clId="{AA5C2E9E-ED3A-4755-84EE-9B65CFF4E84A}" dt="2023-08-08T08:07:36.273" v="2" actId="20577"/>
        <pc:sldMkLst>
          <pc:docMk/>
          <pc:sldMk cId="2290672695" sldId="378"/>
        </pc:sldMkLst>
        <pc:spChg chg="mod">
          <ac:chgData name="Martin Siemienski Andersen" userId="3e5b9027-db81-4bdb-8ff3-173865797b46" providerId="ADAL" clId="{AA5C2E9E-ED3A-4755-84EE-9B65CFF4E84A}" dt="2023-08-08T08:07:36.273" v="2" actId="20577"/>
          <ac:spMkLst>
            <pc:docMk/>
            <pc:sldMk cId="2290672695" sldId="378"/>
            <ac:spMk id="7" creationId="{00000000-0000-0000-0000-000000000000}"/>
          </ac:spMkLst>
        </pc:spChg>
      </pc:sldChg>
      <pc:sldChg chg="mod modShow">
        <pc:chgData name="Martin Siemienski Andersen" userId="3e5b9027-db81-4bdb-8ff3-173865797b46" providerId="ADAL" clId="{AA5C2E9E-ED3A-4755-84EE-9B65CFF4E84A}" dt="2023-08-08T08:07:46.684" v="3" actId="729"/>
        <pc:sldMkLst>
          <pc:docMk/>
          <pc:sldMk cId="1521559328" sldId="402"/>
        </pc:sldMkLst>
      </pc:sldChg>
      <pc:sldChg chg="modSp mod">
        <pc:chgData name="Martin Siemienski Andersen" userId="3e5b9027-db81-4bdb-8ff3-173865797b46" providerId="ADAL" clId="{AA5C2E9E-ED3A-4755-84EE-9B65CFF4E84A}" dt="2023-08-08T08:20:29.061" v="1073" actId="404"/>
        <pc:sldMkLst>
          <pc:docMk/>
          <pc:sldMk cId="2966391475" sldId="403"/>
        </pc:sldMkLst>
        <pc:spChg chg="mod">
          <ac:chgData name="Martin Siemienski Andersen" userId="3e5b9027-db81-4bdb-8ff3-173865797b46" providerId="ADAL" clId="{AA5C2E9E-ED3A-4755-84EE-9B65CFF4E84A}" dt="2023-08-08T08:18:06.313" v="1060" actId="20577"/>
          <ac:spMkLst>
            <pc:docMk/>
            <pc:sldMk cId="2966391475" sldId="403"/>
            <ac:spMk id="3" creationId="{88E36414-A8CE-43A1-8019-F61A2BDC8F4C}"/>
          </ac:spMkLst>
        </pc:spChg>
        <pc:spChg chg="mod">
          <ac:chgData name="Martin Siemienski Andersen" userId="3e5b9027-db81-4bdb-8ff3-173865797b46" providerId="ADAL" clId="{AA5C2E9E-ED3A-4755-84EE-9B65CFF4E84A}" dt="2023-08-08T08:20:29.061" v="1073" actId="404"/>
          <ac:spMkLst>
            <pc:docMk/>
            <pc:sldMk cId="2966391475" sldId="403"/>
            <ac:spMk id="4" creationId="{189523A8-B756-442B-8171-8B151651F4EC}"/>
          </ac:spMkLst>
        </pc:spChg>
      </pc:sldChg>
      <pc:sldChg chg="modSp mod">
        <pc:chgData name="Martin Siemienski Andersen" userId="3e5b9027-db81-4bdb-8ff3-173865797b46" providerId="ADAL" clId="{AA5C2E9E-ED3A-4755-84EE-9B65CFF4E84A}" dt="2023-08-08T08:17:49.786" v="1036" actId="20577"/>
        <pc:sldMkLst>
          <pc:docMk/>
          <pc:sldMk cId="738078894" sldId="404"/>
        </pc:sldMkLst>
        <pc:spChg chg="mod">
          <ac:chgData name="Martin Siemienski Andersen" userId="3e5b9027-db81-4bdb-8ff3-173865797b46" providerId="ADAL" clId="{AA5C2E9E-ED3A-4755-84EE-9B65CFF4E84A}" dt="2023-08-08T08:17:49.786" v="1036" actId="20577"/>
          <ac:spMkLst>
            <pc:docMk/>
            <pc:sldMk cId="738078894" sldId="404"/>
            <ac:spMk id="4" creationId="{0185C39B-EF2A-42CA-A6A1-AFCC6EDC1010}"/>
          </ac:spMkLst>
        </pc:spChg>
      </pc:sldChg>
      <pc:sldChg chg="addSp delSp modSp mod modNotesTx">
        <pc:chgData name="Martin Siemienski Andersen" userId="3e5b9027-db81-4bdb-8ff3-173865797b46" providerId="ADAL" clId="{AA5C2E9E-ED3A-4755-84EE-9B65CFF4E84A}" dt="2023-08-08T09:12:44.152" v="2260" actId="20577"/>
        <pc:sldMkLst>
          <pc:docMk/>
          <pc:sldMk cId="3009533955" sldId="405"/>
        </pc:sldMkLst>
        <pc:spChg chg="mod">
          <ac:chgData name="Martin Siemienski Andersen" userId="3e5b9027-db81-4bdb-8ff3-173865797b46" providerId="ADAL" clId="{AA5C2E9E-ED3A-4755-84EE-9B65CFF4E84A}" dt="2023-08-08T09:11:47.233" v="2237" actId="20577"/>
          <ac:spMkLst>
            <pc:docMk/>
            <pc:sldMk cId="3009533955" sldId="405"/>
            <ac:spMk id="3" creationId="{C468E7BC-E538-44E7-95BF-F3C078018528}"/>
          </ac:spMkLst>
        </pc:spChg>
        <pc:spChg chg="mod">
          <ac:chgData name="Martin Siemienski Andersen" userId="3e5b9027-db81-4bdb-8ff3-173865797b46" providerId="ADAL" clId="{AA5C2E9E-ED3A-4755-84EE-9B65CFF4E84A}" dt="2023-08-08T09:12:44.152" v="2260" actId="20577"/>
          <ac:spMkLst>
            <pc:docMk/>
            <pc:sldMk cId="3009533955" sldId="405"/>
            <ac:spMk id="5" creationId="{44B0FF57-A40B-43F7-848F-A2852473DEB8}"/>
          </ac:spMkLst>
        </pc:spChg>
        <pc:spChg chg="add mod">
          <ac:chgData name="Martin Siemienski Andersen" userId="3e5b9027-db81-4bdb-8ff3-173865797b46" providerId="ADAL" clId="{AA5C2E9E-ED3A-4755-84EE-9B65CFF4E84A}" dt="2023-08-08T09:11:58.690" v="2241" actId="1076"/>
          <ac:spMkLst>
            <pc:docMk/>
            <pc:sldMk cId="3009533955" sldId="405"/>
            <ac:spMk id="10" creationId="{A98DF26B-B5CB-904E-79E4-23A63C7271D7}"/>
          </ac:spMkLst>
        </pc:spChg>
        <pc:picChg chg="add del mod">
          <ac:chgData name="Martin Siemienski Andersen" userId="3e5b9027-db81-4bdb-8ff3-173865797b46" providerId="ADAL" clId="{AA5C2E9E-ED3A-4755-84EE-9B65CFF4E84A}" dt="2023-08-08T09:11:21.007" v="2206" actId="478"/>
          <ac:picMkLst>
            <pc:docMk/>
            <pc:sldMk cId="3009533955" sldId="405"/>
            <ac:picMk id="6" creationId="{C55C616F-8F77-DB22-DE65-F240F9B67780}"/>
          </ac:picMkLst>
        </pc:picChg>
        <pc:picChg chg="add mod">
          <ac:chgData name="Martin Siemienski Andersen" userId="3e5b9027-db81-4bdb-8ff3-173865797b46" providerId="ADAL" clId="{AA5C2E9E-ED3A-4755-84EE-9B65CFF4E84A}" dt="2023-08-08T09:11:30.977" v="2210" actId="1076"/>
          <ac:picMkLst>
            <pc:docMk/>
            <pc:sldMk cId="3009533955" sldId="405"/>
            <ac:picMk id="8" creationId="{84C78F9E-3F99-3387-BA2C-56E1B04B4549}"/>
          </ac:picMkLst>
        </pc:picChg>
      </pc:sldChg>
      <pc:sldChg chg="modSp mod">
        <pc:chgData name="Martin Siemienski Andersen" userId="3e5b9027-db81-4bdb-8ff3-173865797b46" providerId="ADAL" clId="{AA5C2E9E-ED3A-4755-84EE-9B65CFF4E84A}" dt="2023-08-08T08:39:39.713" v="1148" actId="20577"/>
        <pc:sldMkLst>
          <pc:docMk/>
          <pc:sldMk cId="3406291056" sldId="406"/>
        </pc:sldMkLst>
        <pc:spChg chg="mod">
          <ac:chgData name="Martin Siemienski Andersen" userId="3e5b9027-db81-4bdb-8ff3-173865797b46" providerId="ADAL" clId="{AA5C2E9E-ED3A-4755-84EE-9B65CFF4E84A}" dt="2023-08-08T08:39:08.405" v="1125" actId="20577"/>
          <ac:spMkLst>
            <pc:docMk/>
            <pc:sldMk cId="3406291056" sldId="406"/>
            <ac:spMk id="3" creationId="{A16D93AA-6B7A-4410-BC0D-270AB9043345}"/>
          </ac:spMkLst>
        </pc:spChg>
        <pc:spChg chg="mod">
          <ac:chgData name="Martin Siemienski Andersen" userId="3e5b9027-db81-4bdb-8ff3-173865797b46" providerId="ADAL" clId="{AA5C2E9E-ED3A-4755-84EE-9B65CFF4E84A}" dt="2023-08-08T08:39:32.383" v="1131" actId="20577"/>
          <ac:spMkLst>
            <pc:docMk/>
            <pc:sldMk cId="3406291056" sldId="406"/>
            <ac:spMk id="5" creationId="{CA34A3CB-E032-4097-89C4-A09E3D4FDECB}"/>
          </ac:spMkLst>
        </pc:spChg>
        <pc:spChg chg="mod">
          <ac:chgData name="Martin Siemienski Andersen" userId="3e5b9027-db81-4bdb-8ff3-173865797b46" providerId="ADAL" clId="{AA5C2E9E-ED3A-4755-84EE-9B65CFF4E84A}" dt="2023-08-08T08:39:39.713" v="1148" actId="20577"/>
          <ac:spMkLst>
            <pc:docMk/>
            <pc:sldMk cId="3406291056" sldId="406"/>
            <ac:spMk id="10" creationId="{9C66BF07-558C-49E7-8897-E94DA346DC08}"/>
          </ac:spMkLst>
        </pc:spChg>
      </pc:sldChg>
      <pc:sldChg chg="modSp mod">
        <pc:chgData name="Martin Siemienski Andersen" userId="3e5b9027-db81-4bdb-8ff3-173865797b46" providerId="ADAL" clId="{AA5C2E9E-ED3A-4755-84EE-9B65CFF4E84A}" dt="2023-08-08T08:43:32.557" v="1158" actId="20577"/>
        <pc:sldMkLst>
          <pc:docMk/>
          <pc:sldMk cId="1593903151" sldId="407"/>
        </pc:sldMkLst>
        <pc:spChg chg="mod">
          <ac:chgData name="Martin Siemienski Andersen" userId="3e5b9027-db81-4bdb-8ff3-173865797b46" providerId="ADAL" clId="{AA5C2E9E-ED3A-4755-84EE-9B65CFF4E84A}" dt="2023-08-08T08:43:32.557" v="1158" actId="20577"/>
          <ac:spMkLst>
            <pc:docMk/>
            <pc:sldMk cId="1593903151" sldId="407"/>
            <ac:spMk id="3" creationId="{13715FA1-FE09-49F9-A88C-1E9B0BA5A26A}"/>
          </ac:spMkLst>
        </pc:spChg>
      </pc:sldChg>
      <pc:sldChg chg="modSp mod">
        <pc:chgData name="Martin Siemienski Andersen" userId="3e5b9027-db81-4bdb-8ff3-173865797b46" providerId="ADAL" clId="{AA5C2E9E-ED3A-4755-84EE-9B65CFF4E84A}" dt="2023-08-08T08:45:36.477" v="1235" actId="20577"/>
        <pc:sldMkLst>
          <pc:docMk/>
          <pc:sldMk cId="3128787304" sldId="408"/>
        </pc:sldMkLst>
        <pc:spChg chg="mod">
          <ac:chgData name="Martin Siemienski Andersen" userId="3e5b9027-db81-4bdb-8ff3-173865797b46" providerId="ADAL" clId="{AA5C2E9E-ED3A-4755-84EE-9B65CFF4E84A}" dt="2023-08-08T08:45:36.477" v="1235" actId="20577"/>
          <ac:spMkLst>
            <pc:docMk/>
            <pc:sldMk cId="3128787304" sldId="408"/>
            <ac:spMk id="3" creationId="{AF213017-86D0-40D9-9993-E452DC8F4D99}"/>
          </ac:spMkLst>
        </pc:spChg>
        <pc:spChg chg="mod">
          <ac:chgData name="Martin Siemienski Andersen" userId="3e5b9027-db81-4bdb-8ff3-173865797b46" providerId="ADAL" clId="{AA5C2E9E-ED3A-4755-84EE-9B65CFF4E84A}" dt="2023-08-08T08:45:24.337" v="1218" actId="6549"/>
          <ac:spMkLst>
            <pc:docMk/>
            <pc:sldMk cId="3128787304" sldId="408"/>
            <ac:spMk id="12" creationId="{A7D138AD-D873-40F4-A721-7A90CFEE5308}"/>
          </ac:spMkLst>
        </pc:spChg>
      </pc:sldChg>
      <pc:sldChg chg="modSp mod">
        <pc:chgData name="Martin Siemienski Andersen" userId="3e5b9027-db81-4bdb-8ff3-173865797b46" providerId="ADAL" clId="{AA5C2E9E-ED3A-4755-84EE-9B65CFF4E84A}" dt="2023-08-08T08:43:40.741" v="1164" actId="6549"/>
        <pc:sldMkLst>
          <pc:docMk/>
          <pc:sldMk cId="554675839" sldId="409"/>
        </pc:sldMkLst>
        <pc:spChg chg="mod">
          <ac:chgData name="Martin Siemienski Andersen" userId="3e5b9027-db81-4bdb-8ff3-173865797b46" providerId="ADAL" clId="{AA5C2E9E-ED3A-4755-84EE-9B65CFF4E84A}" dt="2023-08-08T08:43:40.741" v="1164" actId="6549"/>
          <ac:spMkLst>
            <pc:docMk/>
            <pc:sldMk cId="554675839" sldId="409"/>
            <ac:spMk id="7" creationId="{DA718C07-A405-4B27-AA9B-2B3D3DCB0A6B}"/>
          </ac:spMkLst>
        </pc:spChg>
      </pc:sldChg>
      <pc:sldChg chg="modSp mod">
        <pc:chgData name="Martin Siemienski Andersen" userId="3e5b9027-db81-4bdb-8ff3-173865797b46" providerId="ADAL" clId="{AA5C2E9E-ED3A-4755-84EE-9B65CFF4E84A}" dt="2023-08-08T08:44:40.207" v="1170" actId="20577"/>
        <pc:sldMkLst>
          <pc:docMk/>
          <pc:sldMk cId="951211350" sldId="412"/>
        </pc:sldMkLst>
        <pc:spChg chg="mod">
          <ac:chgData name="Martin Siemienski Andersen" userId="3e5b9027-db81-4bdb-8ff3-173865797b46" providerId="ADAL" clId="{AA5C2E9E-ED3A-4755-84EE-9B65CFF4E84A}" dt="2023-08-08T08:44:40.207" v="1170" actId="20577"/>
          <ac:spMkLst>
            <pc:docMk/>
            <pc:sldMk cId="951211350" sldId="412"/>
            <ac:spMk id="7" creationId="{47F09B88-7836-48FA-8D06-AD0882648DA8}"/>
          </ac:spMkLst>
        </pc:spChg>
      </pc:sldChg>
      <pc:sldChg chg="modSp mod">
        <pc:chgData name="Martin Siemienski Andersen" userId="3e5b9027-db81-4bdb-8ff3-173865797b46" providerId="ADAL" clId="{AA5C2E9E-ED3A-4755-84EE-9B65CFF4E84A}" dt="2023-08-08T08:54:56.130" v="1897"/>
        <pc:sldMkLst>
          <pc:docMk/>
          <pc:sldMk cId="3757063567" sldId="414"/>
        </pc:sldMkLst>
        <pc:spChg chg="mod">
          <ac:chgData name="Martin Siemienski Andersen" userId="3e5b9027-db81-4bdb-8ff3-173865797b46" providerId="ADAL" clId="{AA5C2E9E-ED3A-4755-84EE-9B65CFF4E84A}" dt="2023-08-08T08:54:56.130" v="1897"/>
          <ac:spMkLst>
            <pc:docMk/>
            <pc:sldMk cId="3757063567" sldId="414"/>
            <ac:spMk id="3" creationId="{6095A321-6812-449D-B50C-86B4415F895D}"/>
          </ac:spMkLst>
        </pc:spChg>
        <pc:spChg chg="mod">
          <ac:chgData name="Martin Siemienski Andersen" userId="3e5b9027-db81-4bdb-8ff3-173865797b46" providerId="ADAL" clId="{AA5C2E9E-ED3A-4755-84EE-9B65CFF4E84A}" dt="2023-08-08T08:53:22.390" v="1875" actId="20577"/>
          <ac:spMkLst>
            <pc:docMk/>
            <pc:sldMk cId="3757063567" sldId="414"/>
            <ac:spMk id="8" creationId="{254D62F6-C0DC-4724-B0F4-7DEA79423D70}"/>
          </ac:spMkLst>
        </pc:spChg>
      </pc:sldChg>
      <pc:sldChg chg="addSp delSp modSp mod">
        <pc:chgData name="Martin Siemienski Andersen" userId="3e5b9027-db81-4bdb-8ff3-173865797b46" providerId="ADAL" clId="{AA5C2E9E-ED3A-4755-84EE-9B65CFF4E84A}" dt="2023-08-08T09:06:02.359" v="2156" actId="478"/>
        <pc:sldMkLst>
          <pc:docMk/>
          <pc:sldMk cId="1989704884" sldId="415"/>
        </pc:sldMkLst>
        <pc:spChg chg="mod">
          <ac:chgData name="Martin Siemienski Andersen" userId="3e5b9027-db81-4bdb-8ff3-173865797b46" providerId="ADAL" clId="{AA5C2E9E-ED3A-4755-84EE-9B65CFF4E84A}" dt="2023-08-08T08:54:52.035" v="1896"/>
          <ac:spMkLst>
            <pc:docMk/>
            <pc:sldMk cId="1989704884" sldId="415"/>
            <ac:spMk id="7" creationId="{AFF24B0C-E34F-4CA0-9664-AC0132FB8045}"/>
          </ac:spMkLst>
        </pc:spChg>
        <pc:spChg chg="mod">
          <ac:chgData name="Martin Siemienski Andersen" userId="3e5b9027-db81-4bdb-8ff3-173865797b46" providerId="ADAL" clId="{AA5C2E9E-ED3A-4755-84EE-9B65CFF4E84A}" dt="2023-08-08T08:59:55.602" v="1975" actId="20577"/>
          <ac:spMkLst>
            <pc:docMk/>
            <pc:sldMk cId="1989704884" sldId="415"/>
            <ac:spMk id="9" creationId="{C6BC9B17-ADD7-4779-AC1D-7F21D29D9739}"/>
          </ac:spMkLst>
        </pc:spChg>
        <pc:spChg chg="add del mod">
          <ac:chgData name="Martin Siemienski Andersen" userId="3e5b9027-db81-4bdb-8ff3-173865797b46" providerId="ADAL" clId="{AA5C2E9E-ED3A-4755-84EE-9B65CFF4E84A}" dt="2023-08-08T09:06:02.359" v="2156" actId="478"/>
          <ac:spMkLst>
            <pc:docMk/>
            <pc:sldMk cId="1989704884" sldId="415"/>
            <ac:spMk id="11" creationId="{D2A245E3-63A4-4D0A-8997-C1329BD5002F}"/>
          </ac:spMkLst>
        </pc:spChg>
      </pc:sldChg>
      <pc:sldChg chg="addSp delSp modSp mod">
        <pc:chgData name="Martin Siemienski Andersen" userId="3e5b9027-db81-4bdb-8ff3-173865797b46" providerId="ADAL" clId="{AA5C2E9E-ED3A-4755-84EE-9B65CFF4E84A}" dt="2023-08-08T09:09:15.298" v="2175" actId="22"/>
        <pc:sldMkLst>
          <pc:docMk/>
          <pc:sldMk cId="1204379647" sldId="416"/>
        </pc:sldMkLst>
        <pc:spChg chg="add del mod">
          <ac:chgData name="Martin Siemienski Andersen" userId="3e5b9027-db81-4bdb-8ff3-173865797b46" providerId="ADAL" clId="{AA5C2E9E-ED3A-4755-84EE-9B65CFF4E84A}" dt="2023-08-08T09:03:56.404" v="2104"/>
          <ac:spMkLst>
            <pc:docMk/>
            <pc:sldMk cId="1204379647" sldId="416"/>
            <ac:spMk id="3" creationId="{5163663E-F2E4-95C1-0802-6DE01ED9B348}"/>
          </ac:spMkLst>
        </pc:spChg>
        <pc:spChg chg="mod">
          <ac:chgData name="Martin Siemienski Andersen" userId="3e5b9027-db81-4bdb-8ff3-173865797b46" providerId="ADAL" clId="{AA5C2E9E-ED3A-4755-84EE-9B65CFF4E84A}" dt="2023-08-08T08:54:47.388" v="1895" actId="20577"/>
          <ac:spMkLst>
            <pc:docMk/>
            <pc:sldMk cId="1204379647" sldId="416"/>
            <ac:spMk id="5" creationId="{BF71CF3B-A2F9-4C52-828F-05CC8CF06219}"/>
          </ac:spMkLst>
        </pc:spChg>
        <pc:spChg chg="add del mod">
          <ac:chgData name="Martin Siemienski Andersen" userId="3e5b9027-db81-4bdb-8ff3-173865797b46" providerId="ADAL" clId="{AA5C2E9E-ED3A-4755-84EE-9B65CFF4E84A}" dt="2023-08-08T09:03:32.080" v="2073" actId="22"/>
          <ac:spMkLst>
            <pc:docMk/>
            <pc:sldMk cId="1204379647" sldId="416"/>
            <ac:spMk id="6" creationId="{0CFB1869-F294-0E4F-DDAC-8B7D3145F7D1}"/>
          </ac:spMkLst>
        </pc:spChg>
        <pc:spChg chg="del mod">
          <ac:chgData name="Martin Siemienski Andersen" userId="3e5b9027-db81-4bdb-8ff3-173865797b46" providerId="ADAL" clId="{AA5C2E9E-ED3A-4755-84EE-9B65CFF4E84A}" dt="2023-08-08T09:08:41.525" v="2171" actId="478"/>
          <ac:spMkLst>
            <pc:docMk/>
            <pc:sldMk cId="1204379647" sldId="416"/>
            <ac:spMk id="12" creationId="{37B0B052-D873-43AE-A9D0-09B7556A9429}"/>
          </ac:spMkLst>
        </pc:spChg>
        <pc:picChg chg="del">
          <ac:chgData name="Martin Siemienski Andersen" userId="3e5b9027-db81-4bdb-8ff3-173865797b46" providerId="ADAL" clId="{AA5C2E9E-ED3A-4755-84EE-9B65CFF4E84A}" dt="2023-08-08T08:53:46.061" v="1876" actId="478"/>
          <ac:picMkLst>
            <pc:docMk/>
            <pc:sldMk cId="1204379647" sldId="416"/>
            <ac:picMk id="7" creationId="{743A5FCB-3D8C-4AFF-BE4A-B75394808AF6}"/>
          </ac:picMkLst>
        </pc:picChg>
        <pc:picChg chg="add del">
          <ac:chgData name="Martin Siemienski Andersen" userId="3e5b9027-db81-4bdb-8ff3-173865797b46" providerId="ADAL" clId="{AA5C2E9E-ED3A-4755-84EE-9B65CFF4E84A}" dt="2023-08-08T09:09:14.620" v="2174" actId="478"/>
          <ac:picMkLst>
            <pc:docMk/>
            <pc:sldMk cId="1204379647" sldId="416"/>
            <ac:picMk id="9" creationId="{7A642505-FF01-8A8E-D5D4-D39C5935BBE9}"/>
          </ac:picMkLst>
        </pc:picChg>
        <pc:picChg chg="del mod">
          <ac:chgData name="Martin Siemienski Andersen" userId="3e5b9027-db81-4bdb-8ff3-173865797b46" providerId="ADAL" clId="{AA5C2E9E-ED3A-4755-84EE-9B65CFF4E84A}" dt="2023-08-08T09:08:42.787" v="2172" actId="478"/>
          <ac:picMkLst>
            <pc:docMk/>
            <pc:sldMk cId="1204379647" sldId="416"/>
            <ac:picMk id="11" creationId="{3CB0CE11-9422-4E72-9928-8E2C71F02588}"/>
          </ac:picMkLst>
        </pc:picChg>
        <pc:picChg chg="add">
          <ac:chgData name="Martin Siemienski Andersen" userId="3e5b9027-db81-4bdb-8ff3-173865797b46" providerId="ADAL" clId="{AA5C2E9E-ED3A-4755-84EE-9B65CFF4E84A}" dt="2023-08-08T09:09:15.298" v="2175" actId="22"/>
          <ac:picMkLst>
            <pc:docMk/>
            <pc:sldMk cId="1204379647" sldId="416"/>
            <ac:picMk id="13" creationId="{357B883D-A242-AB1C-D169-B2B7575A9CB9}"/>
          </ac:picMkLst>
        </pc:picChg>
      </pc:sldChg>
      <pc:sldChg chg="modSp mod">
        <pc:chgData name="Martin Siemienski Andersen" userId="3e5b9027-db81-4bdb-8ff3-173865797b46" providerId="ADAL" clId="{AA5C2E9E-ED3A-4755-84EE-9B65CFF4E84A}" dt="2023-08-08T09:38:14.959" v="3100" actId="12"/>
        <pc:sldMkLst>
          <pc:docMk/>
          <pc:sldMk cId="3109289345" sldId="417"/>
        </pc:sldMkLst>
        <pc:spChg chg="mod">
          <ac:chgData name="Martin Siemienski Andersen" userId="3e5b9027-db81-4bdb-8ff3-173865797b46" providerId="ADAL" clId="{AA5C2E9E-ED3A-4755-84EE-9B65CFF4E84A}" dt="2023-08-08T09:16:44.924" v="2355" actId="6549"/>
          <ac:spMkLst>
            <pc:docMk/>
            <pc:sldMk cId="3109289345" sldId="417"/>
            <ac:spMk id="3" creationId="{BFD12118-34A6-4066-ACB6-E8B16636C29C}"/>
          </ac:spMkLst>
        </pc:spChg>
        <pc:spChg chg="mod">
          <ac:chgData name="Martin Siemienski Andersen" userId="3e5b9027-db81-4bdb-8ff3-173865797b46" providerId="ADAL" clId="{AA5C2E9E-ED3A-4755-84EE-9B65CFF4E84A}" dt="2023-08-08T09:38:14.959" v="3100" actId="12"/>
          <ac:spMkLst>
            <pc:docMk/>
            <pc:sldMk cId="3109289345" sldId="417"/>
            <ac:spMk id="10" creationId="{59736BE8-A981-4C28-B774-AA5300F9F245}"/>
          </ac:spMkLst>
        </pc:spChg>
      </pc:sldChg>
      <pc:sldChg chg="addSp delSp modSp mod">
        <pc:chgData name="Martin Siemienski Andersen" userId="3e5b9027-db81-4bdb-8ff3-173865797b46" providerId="ADAL" clId="{AA5C2E9E-ED3A-4755-84EE-9B65CFF4E84A}" dt="2023-08-08T09:38:38.063" v="3101" actId="20577"/>
        <pc:sldMkLst>
          <pc:docMk/>
          <pc:sldMk cId="3138086822" sldId="418"/>
        </pc:sldMkLst>
        <pc:spChg chg="mod">
          <ac:chgData name="Martin Siemienski Andersen" userId="3e5b9027-db81-4bdb-8ff3-173865797b46" providerId="ADAL" clId="{AA5C2E9E-ED3A-4755-84EE-9B65CFF4E84A}" dt="2023-08-08T09:17:46.528" v="2457" actId="20577"/>
          <ac:spMkLst>
            <pc:docMk/>
            <pc:sldMk cId="3138086822" sldId="418"/>
            <ac:spMk id="3" creationId="{C71FA537-02D4-48D4-98FC-70F9DF10BD19}"/>
          </ac:spMkLst>
        </pc:spChg>
        <pc:spChg chg="mod">
          <ac:chgData name="Martin Siemienski Andersen" userId="3e5b9027-db81-4bdb-8ff3-173865797b46" providerId="ADAL" clId="{AA5C2E9E-ED3A-4755-84EE-9B65CFF4E84A}" dt="2023-08-08T09:38:38.063" v="3101" actId="20577"/>
          <ac:spMkLst>
            <pc:docMk/>
            <pc:sldMk cId="3138086822" sldId="418"/>
            <ac:spMk id="14" creationId="{C510EA56-3951-4A73-A8E6-DB9656B355CE}"/>
          </ac:spMkLst>
        </pc:spChg>
        <pc:picChg chg="add mod">
          <ac:chgData name="Martin Siemienski Andersen" userId="3e5b9027-db81-4bdb-8ff3-173865797b46" providerId="ADAL" clId="{AA5C2E9E-ED3A-4755-84EE-9B65CFF4E84A}" dt="2023-08-08T09:18:42.129" v="2465" actId="1076"/>
          <ac:picMkLst>
            <pc:docMk/>
            <pc:sldMk cId="3138086822" sldId="418"/>
            <ac:picMk id="5" creationId="{E770389A-E0D4-84CC-1C14-6B1D755ED99A}"/>
          </ac:picMkLst>
        </pc:picChg>
        <pc:picChg chg="del">
          <ac:chgData name="Martin Siemienski Andersen" userId="3e5b9027-db81-4bdb-8ff3-173865797b46" providerId="ADAL" clId="{AA5C2E9E-ED3A-4755-84EE-9B65CFF4E84A}" dt="2023-08-08T09:18:35.887" v="2462" actId="478"/>
          <ac:picMkLst>
            <pc:docMk/>
            <pc:sldMk cId="3138086822" sldId="418"/>
            <ac:picMk id="12" creationId="{53DF2C1C-21F0-4F3A-BE0E-F0E2C6D3431A}"/>
          </ac:picMkLst>
        </pc:picChg>
      </pc:sldChg>
      <pc:sldChg chg="modSp mod">
        <pc:chgData name="Martin Siemienski Andersen" userId="3e5b9027-db81-4bdb-8ff3-173865797b46" providerId="ADAL" clId="{AA5C2E9E-ED3A-4755-84EE-9B65CFF4E84A}" dt="2023-08-08T09:39:28.899" v="3159" actId="20577"/>
        <pc:sldMkLst>
          <pc:docMk/>
          <pc:sldMk cId="1659630685" sldId="419"/>
        </pc:sldMkLst>
        <pc:spChg chg="mod">
          <ac:chgData name="Martin Siemienski Andersen" userId="3e5b9027-db81-4bdb-8ff3-173865797b46" providerId="ADAL" clId="{AA5C2E9E-ED3A-4755-84EE-9B65CFF4E84A}" dt="2023-08-08T09:39:28.899" v="3159" actId="20577"/>
          <ac:spMkLst>
            <pc:docMk/>
            <pc:sldMk cId="1659630685" sldId="419"/>
            <ac:spMk id="3" creationId="{0F60DB45-772D-4463-9DD1-0B6CBF64931B}"/>
          </ac:spMkLst>
        </pc:spChg>
      </pc:sldChg>
      <pc:sldChg chg="delSp modSp mod">
        <pc:chgData name="Martin Siemienski Andersen" userId="3e5b9027-db81-4bdb-8ff3-173865797b46" providerId="ADAL" clId="{AA5C2E9E-ED3A-4755-84EE-9B65CFF4E84A}" dt="2023-08-08T09:40:19.525" v="3162" actId="478"/>
        <pc:sldMkLst>
          <pc:docMk/>
          <pc:sldMk cId="2102392892" sldId="421"/>
        </pc:sldMkLst>
        <pc:spChg chg="del mod">
          <ac:chgData name="Martin Siemienski Andersen" userId="3e5b9027-db81-4bdb-8ff3-173865797b46" providerId="ADAL" clId="{AA5C2E9E-ED3A-4755-84EE-9B65CFF4E84A}" dt="2023-08-08T09:40:19.525" v="3162" actId="478"/>
          <ac:spMkLst>
            <pc:docMk/>
            <pc:sldMk cId="2102392892" sldId="421"/>
            <ac:spMk id="8" creationId="{F956FAF4-33AA-45DC-971B-C053D11B7E09}"/>
          </ac:spMkLst>
        </pc:spChg>
      </pc:sldChg>
      <pc:sldChg chg="modSp mod">
        <pc:chgData name="Martin Siemienski Andersen" userId="3e5b9027-db81-4bdb-8ff3-173865797b46" providerId="ADAL" clId="{AA5C2E9E-ED3A-4755-84EE-9B65CFF4E84A}" dt="2023-08-08T09:41:07.290" v="3171" actId="20577"/>
        <pc:sldMkLst>
          <pc:docMk/>
          <pc:sldMk cId="476778686" sldId="422"/>
        </pc:sldMkLst>
        <pc:spChg chg="mod">
          <ac:chgData name="Martin Siemienski Andersen" userId="3e5b9027-db81-4bdb-8ff3-173865797b46" providerId="ADAL" clId="{AA5C2E9E-ED3A-4755-84EE-9B65CFF4E84A}" dt="2023-08-08T09:41:07.290" v="3171" actId="20577"/>
          <ac:spMkLst>
            <pc:docMk/>
            <pc:sldMk cId="476778686" sldId="422"/>
            <ac:spMk id="9" creationId="{34F156C7-A2F0-431A-9417-644D5CDA5544}"/>
          </ac:spMkLst>
        </pc:spChg>
      </pc:sldChg>
      <pc:sldChg chg="modSp mod">
        <pc:chgData name="Martin Siemienski Andersen" userId="3e5b9027-db81-4bdb-8ff3-173865797b46" providerId="ADAL" clId="{AA5C2E9E-ED3A-4755-84EE-9B65CFF4E84A}" dt="2023-08-08T09:43:31.327" v="3260" actId="20577"/>
        <pc:sldMkLst>
          <pc:docMk/>
          <pc:sldMk cId="739109731" sldId="423"/>
        </pc:sldMkLst>
        <pc:spChg chg="mod">
          <ac:chgData name="Martin Siemienski Andersen" userId="3e5b9027-db81-4bdb-8ff3-173865797b46" providerId="ADAL" clId="{AA5C2E9E-ED3A-4755-84EE-9B65CFF4E84A}" dt="2023-08-08T09:41:32.960" v="3200" actId="14100"/>
          <ac:spMkLst>
            <pc:docMk/>
            <pc:sldMk cId="739109731" sldId="423"/>
            <ac:spMk id="3" creationId="{80D6B7D2-10BD-4191-A00D-B810C0E6D181}"/>
          </ac:spMkLst>
        </pc:spChg>
        <pc:spChg chg="mod">
          <ac:chgData name="Martin Siemienski Andersen" userId="3e5b9027-db81-4bdb-8ff3-173865797b46" providerId="ADAL" clId="{AA5C2E9E-ED3A-4755-84EE-9B65CFF4E84A}" dt="2023-08-08T09:43:31.327" v="3260" actId="20577"/>
          <ac:spMkLst>
            <pc:docMk/>
            <pc:sldMk cId="739109731" sldId="423"/>
            <ac:spMk id="6" creationId="{E799DF5F-57DA-4E5F-8DC7-CB4BB417C3D0}"/>
          </ac:spMkLst>
        </pc:spChg>
        <pc:spChg chg="mod">
          <ac:chgData name="Martin Siemienski Andersen" userId="3e5b9027-db81-4bdb-8ff3-173865797b46" providerId="ADAL" clId="{AA5C2E9E-ED3A-4755-84EE-9B65CFF4E84A}" dt="2023-08-08T09:43:27.927" v="3259" actId="20577"/>
          <ac:spMkLst>
            <pc:docMk/>
            <pc:sldMk cId="739109731" sldId="423"/>
            <ac:spMk id="7" creationId="{5C976A73-5E8F-4AB2-836D-6DDB71F282AF}"/>
          </ac:spMkLst>
        </pc:spChg>
      </pc:sldChg>
      <pc:sldChg chg="modSp mod">
        <pc:chgData name="Martin Siemienski Andersen" userId="3e5b9027-db81-4bdb-8ff3-173865797b46" providerId="ADAL" clId="{AA5C2E9E-ED3A-4755-84EE-9B65CFF4E84A}" dt="2023-08-08T09:13:59.037" v="2308" actId="20577"/>
        <pc:sldMkLst>
          <pc:docMk/>
          <pc:sldMk cId="1252006566" sldId="424"/>
        </pc:sldMkLst>
        <pc:spChg chg="mod">
          <ac:chgData name="Martin Siemienski Andersen" userId="3e5b9027-db81-4bdb-8ff3-173865797b46" providerId="ADAL" clId="{AA5C2E9E-ED3A-4755-84EE-9B65CFF4E84A}" dt="2023-08-08T09:13:00.680" v="2288" actId="20577"/>
          <ac:spMkLst>
            <pc:docMk/>
            <pc:sldMk cId="1252006566" sldId="424"/>
            <ac:spMk id="3" creationId="{46F0CD7F-A7EB-484D-A9FB-ED8A346957FB}"/>
          </ac:spMkLst>
        </pc:spChg>
        <pc:spChg chg="mod">
          <ac:chgData name="Martin Siemienski Andersen" userId="3e5b9027-db81-4bdb-8ff3-173865797b46" providerId="ADAL" clId="{AA5C2E9E-ED3A-4755-84EE-9B65CFF4E84A}" dt="2023-08-08T09:13:59.037" v="2308" actId="20577"/>
          <ac:spMkLst>
            <pc:docMk/>
            <pc:sldMk cId="1252006566" sldId="424"/>
            <ac:spMk id="4" creationId="{E1AF9FC7-D9A3-46BA-8C61-68E225CDC159}"/>
          </ac:spMkLst>
        </pc:spChg>
      </pc:sldChg>
      <pc:sldChg chg="modSp mod">
        <pc:chgData name="Martin Siemienski Andersen" userId="3e5b9027-db81-4bdb-8ff3-173865797b46" providerId="ADAL" clId="{AA5C2E9E-ED3A-4755-84EE-9B65CFF4E84A}" dt="2023-08-08T09:15:54.239" v="2340" actId="20577"/>
        <pc:sldMkLst>
          <pc:docMk/>
          <pc:sldMk cId="1819725382" sldId="425"/>
        </pc:sldMkLst>
        <pc:spChg chg="mod">
          <ac:chgData name="Martin Siemienski Andersen" userId="3e5b9027-db81-4bdb-8ff3-173865797b46" providerId="ADAL" clId="{AA5C2E9E-ED3A-4755-84EE-9B65CFF4E84A}" dt="2023-08-08T09:14:52.149" v="2329" actId="20577"/>
          <ac:spMkLst>
            <pc:docMk/>
            <pc:sldMk cId="1819725382" sldId="425"/>
            <ac:spMk id="3" creationId="{A15C4D09-FB93-47C8-84B2-6DE459AEFE2A}"/>
          </ac:spMkLst>
        </pc:spChg>
        <pc:spChg chg="mod">
          <ac:chgData name="Martin Siemienski Andersen" userId="3e5b9027-db81-4bdb-8ff3-173865797b46" providerId="ADAL" clId="{AA5C2E9E-ED3A-4755-84EE-9B65CFF4E84A}" dt="2023-08-08T09:15:54.239" v="2340" actId="20577"/>
          <ac:spMkLst>
            <pc:docMk/>
            <pc:sldMk cId="1819725382" sldId="425"/>
            <ac:spMk id="8" creationId="{6B5D18AA-2005-4837-968C-BEF4774B5D47}"/>
          </ac:spMkLst>
        </pc:spChg>
        <pc:cxnChg chg="mod">
          <ac:chgData name="Martin Siemienski Andersen" userId="3e5b9027-db81-4bdb-8ff3-173865797b46" providerId="ADAL" clId="{AA5C2E9E-ED3A-4755-84EE-9B65CFF4E84A}" dt="2023-08-08T09:15:18.355" v="2335" actId="14100"/>
          <ac:cxnSpMkLst>
            <pc:docMk/>
            <pc:sldMk cId="1819725382" sldId="425"/>
            <ac:cxnSpMk id="10" creationId="{4B33113A-3818-44B5-8521-BC9340B8E1B2}"/>
          </ac:cxnSpMkLst>
        </pc:cxnChg>
        <pc:cxnChg chg="mod">
          <ac:chgData name="Martin Siemienski Andersen" userId="3e5b9027-db81-4bdb-8ff3-173865797b46" providerId="ADAL" clId="{AA5C2E9E-ED3A-4755-84EE-9B65CFF4E84A}" dt="2023-08-08T09:15:16.039" v="2334" actId="14100"/>
          <ac:cxnSpMkLst>
            <pc:docMk/>
            <pc:sldMk cId="1819725382" sldId="425"/>
            <ac:cxnSpMk id="13" creationId="{104F1D38-4D46-4251-87BE-D5A6373CCD52}"/>
          </ac:cxnSpMkLst>
        </pc:cxnChg>
      </pc:sldChg>
      <pc:sldChg chg="modSp mod">
        <pc:chgData name="Martin Siemienski Andersen" userId="3e5b9027-db81-4bdb-8ff3-173865797b46" providerId="ADAL" clId="{AA5C2E9E-ED3A-4755-84EE-9B65CFF4E84A}" dt="2023-08-08T09:50:19.373" v="3549" actId="20577"/>
        <pc:sldMkLst>
          <pc:docMk/>
          <pc:sldMk cId="2745802289" sldId="426"/>
        </pc:sldMkLst>
        <pc:spChg chg="mod">
          <ac:chgData name="Martin Siemienski Andersen" userId="3e5b9027-db81-4bdb-8ff3-173865797b46" providerId="ADAL" clId="{AA5C2E9E-ED3A-4755-84EE-9B65CFF4E84A}" dt="2023-08-08T09:45:56.402" v="3359" actId="20577"/>
          <ac:spMkLst>
            <pc:docMk/>
            <pc:sldMk cId="2745802289" sldId="426"/>
            <ac:spMk id="2" creationId="{652DFB37-4794-4AAE-AE4C-9A88217565B6}"/>
          </ac:spMkLst>
        </pc:spChg>
        <pc:spChg chg="mod">
          <ac:chgData name="Martin Siemienski Andersen" userId="3e5b9027-db81-4bdb-8ff3-173865797b46" providerId="ADAL" clId="{AA5C2E9E-ED3A-4755-84EE-9B65CFF4E84A}" dt="2023-08-08T09:50:19.373" v="3549" actId="20577"/>
          <ac:spMkLst>
            <pc:docMk/>
            <pc:sldMk cId="2745802289" sldId="426"/>
            <ac:spMk id="15" creationId="{92EB3D95-6B7D-44DB-BB53-F882799CD014}"/>
          </ac:spMkLst>
        </pc:spChg>
        <pc:picChg chg="mod">
          <ac:chgData name="Martin Siemienski Andersen" userId="3e5b9027-db81-4bdb-8ff3-173865797b46" providerId="ADAL" clId="{AA5C2E9E-ED3A-4755-84EE-9B65CFF4E84A}" dt="2023-08-08T09:46:11.410" v="3362" actId="1440"/>
          <ac:picMkLst>
            <pc:docMk/>
            <pc:sldMk cId="2745802289" sldId="426"/>
            <ac:picMk id="11" creationId="{98E307F5-BAFE-4DD9-88A5-99BFA7AB1EF3}"/>
          </ac:picMkLst>
        </pc:picChg>
      </pc:sldChg>
      <pc:sldChg chg="modSp mod">
        <pc:chgData name="Martin Siemienski Andersen" userId="3e5b9027-db81-4bdb-8ff3-173865797b46" providerId="ADAL" clId="{AA5C2E9E-ED3A-4755-84EE-9B65CFF4E84A}" dt="2023-08-08T09:49:04.149" v="3534" actId="20577"/>
        <pc:sldMkLst>
          <pc:docMk/>
          <pc:sldMk cId="2895886679" sldId="427"/>
        </pc:sldMkLst>
        <pc:spChg chg="mod">
          <ac:chgData name="Martin Siemienski Andersen" userId="3e5b9027-db81-4bdb-8ff3-173865797b46" providerId="ADAL" clId="{AA5C2E9E-ED3A-4755-84EE-9B65CFF4E84A}" dt="2023-08-08T09:48:16.735" v="3467" actId="20577"/>
          <ac:spMkLst>
            <pc:docMk/>
            <pc:sldMk cId="2895886679" sldId="427"/>
            <ac:spMk id="2" creationId="{E73EE62A-8A57-45EF-A837-8833AE68ACAD}"/>
          </ac:spMkLst>
        </pc:spChg>
        <pc:spChg chg="mod">
          <ac:chgData name="Martin Siemienski Andersen" userId="3e5b9027-db81-4bdb-8ff3-173865797b46" providerId="ADAL" clId="{AA5C2E9E-ED3A-4755-84EE-9B65CFF4E84A}" dt="2023-08-08T09:49:04.149" v="3534" actId="20577"/>
          <ac:spMkLst>
            <pc:docMk/>
            <pc:sldMk cId="2895886679" sldId="427"/>
            <ac:spMk id="4" creationId="{F1064154-A3F1-4574-90EC-2D14CA6CFF7D}"/>
          </ac:spMkLst>
        </pc:spChg>
        <pc:picChg chg="mod">
          <ac:chgData name="Martin Siemienski Andersen" userId="3e5b9027-db81-4bdb-8ff3-173865797b46" providerId="ADAL" clId="{AA5C2E9E-ED3A-4755-84EE-9B65CFF4E84A}" dt="2023-08-08T09:48:37.845" v="3468" actId="1076"/>
          <ac:picMkLst>
            <pc:docMk/>
            <pc:sldMk cId="2895886679" sldId="427"/>
            <ac:picMk id="7" creationId="{A7524AF6-C68C-4B11-B8D7-56B8F75F954B}"/>
          </ac:picMkLst>
        </pc:picChg>
        <pc:picChg chg="mod">
          <ac:chgData name="Martin Siemienski Andersen" userId="3e5b9027-db81-4bdb-8ff3-173865797b46" providerId="ADAL" clId="{AA5C2E9E-ED3A-4755-84EE-9B65CFF4E84A}" dt="2023-08-08T09:48:37.845" v="3468" actId="1076"/>
          <ac:picMkLst>
            <pc:docMk/>
            <pc:sldMk cId="2895886679" sldId="427"/>
            <ac:picMk id="9" creationId="{523842A4-36F5-480B-BF05-D62C0E10820B}"/>
          </ac:picMkLst>
        </pc:picChg>
      </pc:sldChg>
      <pc:sldChg chg="modSp add mod">
        <pc:chgData name="Martin Siemienski Andersen" userId="3e5b9027-db81-4bdb-8ff3-173865797b46" providerId="ADAL" clId="{AA5C2E9E-ED3A-4755-84EE-9B65CFF4E84A}" dt="2023-08-08T08:11:18.807" v="296" actId="20577"/>
        <pc:sldMkLst>
          <pc:docMk/>
          <pc:sldMk cId="4294393476" sldId="434"/>
        </pc:sldMkLst>
        <pc:spChg chg="mod">
          <ac:chgData name="Martin Siemienski Andersen" userId="3e5b9027-db81-4bdb-8ff3-173865797b46" providerId="ADAL" clId="{AA5C2E9E-ED3A-4755-84EE-9B65CFF4E84A}" dt="2023-08-08T08:11:18.807" v="296" actId="20577"/>
          <ac:spMkLst>
            <pc:docMk/>
            <pc:sldMk cId="4294393476" sldId="434"/>
            <ac:spMk id="5" creationId="{B735D18A-0288-6507-0214-0F91B518E50A}"/>
          </ac:spMkLst>
        </pc:spChg>
      </pc:sldChg>
      <pc:sldChg chg="addSp modSp new mod">
        <pc:chgData name="Martin Siemienski Andersen" userId="3e5b9027-db81-4bdb-8ff3-173865797b46" providerId="ADAL" clId="{AA5C2E9E-ED3A-4755-84EE-9B65CFF4E84A}" dt="2023-08-08T09:09:44.854" v="2201" actId="20577"/>
        <pc:sldMkLst>
          <pc:docMk/>
          <pc:sldMk cId="4218932843" sldId="435"/>
        </pc:sldMkLst>
        <pc:spChg chg="mod">
          <ac:chgData name="Martin Siemienski Andersen" userId="3e5b9027-db81-4bdb-8ff3-173865797b46" providerId="ADAL" clId="{AA5C2E9E-ED3A-4755-84EE-9B65CFF4E84A}" dt="2023-08-08T09:09:44.854" v="2201" actId="20577"/>
          <ac:spMkLst>
            <pc:docMk/>
            <pc:sldMk cId="4218932843" sldId="435"/>
            <ac:spMk id="3" creationId="{1C0DA379-5DE3-B09D-DBBE-AC5D79F4ACC8}"/>
          </ac:spMkLst>
        </pc:spChg>
        <pc:spChg chg="mod">
          <ac:chgData name="Martin Siemienski Andersen" userId="3e5b9027-db81-4bdb-8ff3-173865797b46" providerId="ADAL" clId="{AA5C2E9E-ED3A-4755-84EE-9B65CFF4E84A}" dt="2023-08-08T08:51:19.086" v="1787" actId="20577"/>
          <ac:spMkLst>
            <pc:docMk/>
            <pc:sldMk cId="4218932843" sldId="435"/>
            <ac:spMk id="4" creationId="{8B3912D4-C769-1539-BAF4-0DF050A68F0F}"/>
          </ac:spMkLst>
        </pc:spChg>
        <pc:graphicFrameChg chg="add mod modGraphic">
          <ac:chgData name="Martin Siemienski Andersen" userId="3e5b9027-db81-4bdb-8ff3-173865797b46" providerId="ADAL" clId="{AA5C2E9E-ED3A-4755-84EE-9B65CFF4E84A}" dt="2023-08-08T08:50:32.151" v="1658" actId="1076"/>
          <ac:graphicFrameMkLst>
            <pc:docMk/>
            <pc:sldMk cId="4218932843" sldId="435"/>
            <ac:graphicFrameMk id="5" creationId="{1ED798FD-CED7-981B-21EB-EC585A57DF8F}"/>
          </ac:graphicFrameMkLst>
        </pc:graphicFrameChg>
      </pc:sldChg>
      <pc:sldChg chg="addSp delSp modSp add mod">
        <pc:chgData name="Martin Siemienski Andersen" userId="3e5b9027-db81-4bdb-8ff3-173865797b46" providerId="ADAL" clId="{AA5C2E9E-ED3A-4755-84EE-9B65CFF4E84A}" dt="2023-08-08T09:10:23.159" v="2205" actId="14100"/>
        <pc:sldMkLst>
          <pc:docMk/>
          <pc:sldMk cId="3670104394" sldId="436"/>
        </pc:sldMkLst>
        <pc:spChg chg="mod">
          <ac:chgData name="Martin Siemienski Andersen" userId="3e5b9027-db81-4bdb-8ff3-173865797b46" providerId="ADAL" clId="{AA5C2E9E-ED3A-4755-84EE-9B65CFF4E84A}" dt="2023-08-08T09:05:51.171" v="2155" actId="20577"/>
          <ac:spMkLst>
            <pc:docMk/>
            <pc:sldMk cId="3670104394" sldId="436"/>
            <ac:spMk id="3" creationId="{C468E7BC-E538-44E7-95BF-F3C078018528}"/>
          </ac:spMkLst>
        </pc:spChg>
        <pc:spChg chg="mod">
          <ac:chgData name="Martin Siemienski Andersen" userId="3e5b9027-db81-4bdb-8ff3-173865797b46" providerId="ADAL" clId="{AA5C2E9E-ED3A-4755-84EE-9B65CFF4E84A}" dt="2023-08-08T09:10:17.116" v="2202" actId="21"/>
          <ac:spMkLst>
            <pc:docMk/>
            <pc:sldMk cId="3670104394" sldId="436"/>
            <ac:spMk id="5" creationId="{44B0FF57-A40B-43F7-848F-A2852473DEB8}"/>
          </ac:spMkLst>
        </pc:spChg>
        <pc:spChg chg="add mod">
          <ac:chgData name="Martin Siemienski Andersen" userId="3e5b9027-db81-4bdb-8ff3-173865797b46" providerId="ADAL" clId="{AA5C2E9E-ED3A-4755-84EE-9B65CFF4E84A}" dt="2023-08-08T09:10:23.159" v="2205" actId="14100"/>
          <ac:spMkLst>
            <pc:docMk/>
            <pc:sldMk cId="3670104394" sldId="436"/>
            <ac:spMk id="11" creationId="{C3F38E6B-0F9D-5F45-5C63-751917CAEA67}"/>
          </ac:spMkLst>
        </pc:spChg>
        <pc:picChg chg="del">
          <ac:chgData name="Martin Siemienski Andersen" userId="3e5b9027-db81-4bdb-8ff3-173865797b46" providerId="ADAL" clId="{AA5C2E9E-ED3A-4755-84EE-9B65CFF4E84A}" dt="2023-08-08T09:06:44.618" v="2163" actId="478"/>
          <ac:picMkLst>
            <pc:docMk/>
            <pc:sldMk cId="3670104394" sldId="436"/>
            <ac:picMk id="6" creationId="{C55C616F-8F77-DB22-DE65-F240F9B67780}"/>
          </ac:picMkLst>
        </pc:picChg>
        <pc:picChg chg="add del mod">
          <ac:chgData name="Martin Siemienski Andersen" userId="3e5b9027-db81-4bdb-8ff3-173865797b46" providerId="ADAL" clId="{AA5C2E9E-ED3A-4755-84EE-9B65CFF4E84A}" dt="2023-08-08T09:07:53.291" v="2167" actId="478"/>
          <ac:picMkLst>
            <pc:docMk/>
            <pc:sldMk cId="3670104394" sldId="436"/>
            <ac:picMk id="7" creationId="{CAD432B6-D3C9-6A66-7B24-6E06BA9ACFA2}"/>
          </ac:picMkLst>
        </pc:picChg>
        <pc:picChg chg="add mod">
          <ac:chgData name="Martin Siemienski Andersen" userId="3e5b9027-db81-4bdb-8ff3-173865797b46" providerId="ADAL" clId="{AA5C2E9E-ED3A-4755-84EE-9B65CFF4E84A}" dt="2023-08-08T09:07:57.820" v="2170" actId="1076"/>
          <ac:picMkLst>
            <pc:docMk/>
            <pc:sldMk cId="3670104394" sldId="436"/>
            <ac:picMk id="9" creationId="{B8275B27-652C-587A-9C12-A5ED0892A9DD}"/>
          </ac:picMkLst>
        </pc:picChg>
      </pc:sldChg>
      <pc:sldChg chg="modSp new mod">
        <pc:chgData name="Martin Siemienski Andersen" userId="3e5b9027-db81-4bdb-8ff3-173865797b46" providerId="ADAL" clId="{AA5C2E9E-ED3A-4755-84EE-9B65CFF4E84A}" dt="2023-08-08T09:39:06.120" v="3156" actId="20577"/>
        <pc:sldMkLst>
          <pc:docMk/>
          <pc:sldMk cId="3315366021" sldId="437"/>
        </pc:sldMkLst>
        <pc:spChg chg="mod">
          <ac:chgData name="Martin Siemienski Andersen" userId="3e5b9027-db81-4bdb-8ff3-173865797b46" providerId="ADAL" clId="{AA5C2E9E-ED3A-4755-84EE-9B65CFF4E84A}" dt="2023-08-08T09:39:06.120" v="3156" actId="20577"/>
          <ac:spMkLst>
            <pc:docMk/>
            <pc:sldMk cId="3315366021" sldId="437"/>
            <ac:spMk id="3" creationId="{2D38AE2C-1E04-7169-BC95-B52F0AF8F628}"/>
          </ac:spMkLst>
        </pc:spChg>
        <pc:spChg chg="mod">
          <ac:chgData name="Martin Siemienski Andersen" userId="3e5b9027-db81-4bdb-8ff3-173865797b46" providerId="ADAL" clId="{AA5C2E9E-ED3A-4755-84EE-9B65CFF4E84A}" dt="2023-08-08T09:28:43.180" v="3075" actId="20577"/>
          <ac:spMkLst>
            <pc:docMk/>
            <pc:sldMk cId="3315366021" sldId="437"/>
            <ac:spMk id="4" creationId="{26371522-0A25-4D52-557E-9010762317EF}"/>
          </ac:spMkLst>
        </pc:spChg>
      </pc:sldChg>
      <pc:sldChg chg="add">
        <pc:chgData name="Martin Siemienski Andersen" userId="3e5b9027-db81-4bdb-8ff3-173865797b46" providerId="ADAL" clId="{AA5C2E9E-ED3A-4755-84EE-9B65CFF4E84A}" dt="2023-08-08T09:40:14.890" v="3161"/>
        <pc:sldMkLst>
          <pc:docMk/>
          <pc:sldMk cId="2517455520" sldId="438"/>
        </pc:sldMkLst>
      </pc:sldChg>
    </pc:docChg>
  </pc:docChgLst>
  <pc:docChgLst>
    <pc:chgData name="Martin Siemienski Andersen" userId="3e5b9027-db81-4bdb-8ff3-173865797b46" providerId="ADAL" clId="{45C6B548-8935-43CD-A42F-E05188BE029D}"/>
    <pc:docChg chg="modSld">
      <pc:chgData name="Martin Siemienski Andersen" userId="3e5b9027-db81-4bdb-8ff3-173865797b46" providerId="ADAL" clId="{45C6B548-8935-43CD-A42F-E05188BE029D}" dt="2023-08-31T10:42:38.292" v="1" actId="20577"/>
      <pc:docMkLst>
        <pc:docMk/>
      </pc:docMkLst>
      <pc:sldChg chg="modSp mod">
        <pc:chgData name="Martin Siemienski Andersen" userId="3e5b9027-db81-4bdb-8ff3-173865797b46" providerId="ADAL" clId="{45C6B548-8935-43CD-A42F-E05188BE029D}" dt="2023-08-31T10:42:38.292" v="1" actId="20577"/>
        <pc:sldMkLst>
          <pc:docMk/>
          <pc:sldMk cId="2290672695" sldId="378"/>
        </pc:sldMkLst>
        <pc:spChg chg="mod">
          <ac:chgData name="Martin Siemienski Andersen" userId="3e5b9027-db81-4bdb-8ff3-173865797b46" providerId="ADAL" clId="{45C6B548-8935-43CD-A42F-E05188BE029D}" dt="2023-08-31T10:42:38.292" v="1" actId="20577"/>
          <ac:spMkLst>
            <pc:docMk/>
            <pc:sldMk cId="2290672695" sldId="378"/>
            <ac:spMk id="4" creationId="{00000000-0000-0000-0000-000000000000}"/>
          </ac:spMkLst>
        </pc:spChg>
      </pc:sldChg>
    </pc:docChg>
  </pc:docChgLst>
  <pc:docChgLst>
    <pc:chgData name="Martin Siemienski Andersen" userId="3e5b9027-db81-4bdb-8ff3-173865797b46" providerId="ADAL" clId="{EC51B64C-BC69-4309-ABB6-4D45FFFFE9A5}"/>
    <pc:docChg chg="undo custSel addSld delSld modSld sldOrd modSection">
      <pc:chgData name="Martin Siemienski Andersen" userId="3e5b9027-db81-4bdb-8ff3-173865797b46" providerId="ADAL" clId="{EC51B64C-BC69-4309-ABB6-4D45FFFFE9A5}" dt="2024-06-19T07:20:53.580" v="6604" actId="47"/>
      <pc:docMkLst>
        <pc:docMk/>
      </pc:docMkLst>
      <pc:sldChg chg="addSp delSp modSp mod">
        <pc:chgData name="Martin Siemienski Andersen" userId="3e5b9027-db81-4bdb-8ff3-173865797b46" providerId="ADAL" clId="{EC51B64C-BC69-4309-ABB6-4D45FFFFE9A5}" dt="2024-06-18T07:37:52.228" v="3960" actId="478"/>
        <pc:sldMkLst>
          <pc:docMk/>
          <pc:sldMk cId="2290672695" sldId="378"/>
        </pc:sldMkLst>
        <pc:spChg chg="add del mod">
          <ac:chgData name="Martin Siemienski Andersen" userId="3e5b9027-db81-4bdb-8ff3-173865797b46" providerId="ADAL" clId="{EC51B64C-BC69-4309-ABB6-4D45FFFFE9A5}" dt="2024-06-18T07:37:52.228" v="3960" actId="478"/>
          <ac:spMkLst>
            <pc:docMk/>
            <pc:sldMk cId="2290672695" sldId="378"/>
            <ac:spMk id="3" creationId="{34DE0520-7E4D-331C-B2B7-83685DF467A0}"/>
          </ac:spMkLst>
        </pc:spChg>
        <pc:spChg chg="mod">
          <ac:chgData name="Martin Siemienski Andersen" userId="3e5b9027-db81-4bdb-8ff3-173865797b46" providerId="ADAL" clId="{EC51B64C-BC69-4309-ABB6-4D45FFFFE9A5}" dt="2024-06-17T11:43:09.968" v="9" actId="20577"/>
          <ac:spMkLst>
            <pc:docMk/>
            <pc:sldMk cId="2290672695" sldId="378"/>
            <ac:spMk id="4" creationId="{00000000-0000-0000-0000-000000000000}"/>
          </ac:spMkLst>
        </pc:spChg>
        <pc:picChg chg="add del">
          <ac:chgData name="Martin Siemienski Andersen" userId="3e5b9027-db81-4bdb-8ff3-173865797b46" providerId="ADAL" clId="{EC51B64C-BC69-4309-ABB6-4D45FFFFE9A5}" dt="2024-06-18T07:37:52.228" v="3960" actId="478"/>
          <ac:picMkLst>
            <pc:docMk/>
            <pc:sldMk cId="2290672695" sldId="378"/>
            <ac:picMk id="34" creationId="{00000000-0000-0000-0000-000000000000}"/>
          </ac:picMkLst>
        </pc:picChg>
      </pc:sldChg>
      <pc:sldChg chg="mod ord modShow">
        <pc:chgData name="Martin Siemienski Andersen" userId="3e5b9027-db81-4bdb-8ff3-173865797b46" providerId="ADAL" clId="{EC51B64C-BC69-4309-ABB6-4D45FFFFE9A5}" dt="2024-06-17T11:43:44.679" v="14"/>
        <pc:sldMkLst>
          <pc:docMk/>
          <pc:sldMk cId="1521559328" sldId="402"/>
        </pc:sldMkLst>
      </pc:sldChg>
      <pc:sldChg chg="modSp mod ord">
        <pc:chgData name="Martin Siemienski Andersen" userId="3e5b9027-db81-4bdb-8ff3-173865797b46" providerId="ADAL" clId="{EC51B64C-BC69-4309-ABB6-4D45FFFFE9A5}" dt="2024-06-17T12:48:02.282" v="2249"/>
        <pc:sldMkLst>
          <pc:docMk/>
          <pc:sldMk cId="2966391475" sldId="403"/>
        </pc:sldMkLst>
        <pc:spChg chg="mod">
          <ac:chgData name="Martin Siemienski Andersen" userId="3e5b9027-db81-4bdb-8ff3-173865797b46" providerId="ADAL" clId="{EC51B64C-BC69-4309-ABB6-4D45FFFFE9A5}" dt="2024-06-17T12:26:51.737" v="1167" actId="20577"/>
          <ac:spMkLst>
            <pc:docMk/>
            <pc:sldMk cId="2966391475" sldId="403"/>
            <ac:spMk id="4" creationId="{189523A8-B756-442B-8171-8B151651F4EC}"/>
          </ac:spMkLst>
        </pc:spChg>
      </pc:sldChg>
      <pc:sldChg chg="modSp mod ord setBg modShow">
        <pc:chgData name="Martin Siemienski Andersen" userId="3e5b9027-db81-4bdb-8ff3-173865797b46" providerId="ADAL" clId="{EC51B64C-BC69-4309-ABB6-4D45FFFFE9A5}" dt="2024-06-18T07:55:20.547" v="4745"/>
        <pc:sldMkLst>
          <pc:docMk/>
          <pc:sldMk cId="3009533955" sldId="405"/>
        </pc:sldMkLst>
        <pc:spChg chg="mod">
          <ac:chgData name="Martin Siemienski Andersen" userId="3e5b9027-db81-4bdb-8ff3-173865797b46" providerId="ADAL" clId="{EC51B64C-BC69-4309-ABB6-4D45FFFFE9A5}" dt="2024-06-17T12:40:46.232" v="2122" actId="20577"/>
          <ac:spMkLst>
            <pc:docMk/>
            <pc:sldMk cId="3009533955" sldId="405"/>
            <ac:spMk id="3" creationId="{C468E7BC-E538-44E7-95BF-F3C078018528}"/>
          </ac:spMkLst>
        </pc:spChg>
      </pc:sldChg>
      <pc:sldChg chg="ord">
        <pc:chgData name="Martin Siemienski Andersen" userId="3e5b9027-db81-4bdb-8ff3-173865797b46" providerId="ADAL" clId="{EC51B64C-BC69-4309-ABB6-4D45FFFFE9A5}" dt="2024-06-17T11:44:17" v="20"/>
        <pc:sldMkLst>
          <pc:docMk/>
          <pc:sldMk cId="3406291056" sldId="406"/>
        </pc:sldMkLst>
      </pc:sldChg>
      <pc:sldChg chg="ord">
        <pc:chgData name="Martin Siemienski Andersen" userId="3e5b9027-db81-4bdb-8ff3-173865797b46" providerId="ADAL" clId="{EC51B64C-BC69-4309-ABB6-4D45FFFFE9A5}" dt="2024-06-17T12:25:22.026" v="1097"/>
        <pc:sldMkLst>
          <pc:docMk/>
          <pc:sldMk cId="1593903151" sldId="407"/>
        </pc:sldMkLst>
      </pc:sldChg>
      <pc:sldChg chg="ord">
        <pc:chgData name="Martin Siemienski Andersen" userId="3e5b9027-db81-4bdb-8ff3-173865797b46" providerId="ADAL" clId="{EC51B64C-BC69-4309-ABB6-4D45FFFFE9A5}" dt="2024-06-17T13:12:34.308" v="2955"/>
        <pc:sldMkLst>
          <pc:docMk/>
          <pc:sldMk cId="3128787304" sldId="408"/>
        </pc:sldMkLst>
      </pc:sldChg>
      <pc:sldChg chg="modSp mod">
        <pc:chgData name="Martin Siemienski Andersen" userId="3e5b9027-db81-4bdb-8ff3-173865797b46" providerId="ADAL" clId="{EC51B64C-BC69-4309-ABB6-4D45FFFFE9A5}" dt="2024-06-17T13:13:57.462" v="2998" actId="20577"/>
        <pc:sldMkLst>
          <pc:docMk/>
          <pc:sldMk cId="3757063567" sldId="414"/>
        </pc:sldMkLst>
        <pc:spChg chg="mod">
          <ac:chgData name="Martin Siemienski Andersen" userId="3e5b9027-db81-4bdb-8ff3-173865797b46" providerId="ADAL" clId="{EC51B64C-BC69-4309-ABB6-4D45FFFFE9A5}" dt="2024-06-17T13:13:57.462" v="2998" actId="20577"/>
          <ac:spMkLst>
            <pc:docMk/>
            <pc:sldMk cId="3757063567" sldId="414"/>
            <ac:spMk id="3" creationId="{6095A321-6812-449D-B50C-86B4415F895D}"/>
          </ac:spMkLst>
        </pc:spChg>
      </pc:sldChg>
      <pc:sldChg chg="modSp mod">
        <pc:chgData name="Martin Siemienski Andersen" userId="3e5b9027-db81-4bdb-8ff3-173865797b46" providerId="ADAL" clId="{EC51B64C-BC69-4309-ABB6-4D45FFFFE9A5}" dt="2024-06-17T13:14:14.129" v="3020" actId="20577"/>
        <pc:sldMkLst>
          <pc:docMk/>
          <pc:sldMk cId="1989704884" sldId="415"/>
        </pc:sldMkLst>
        <pc:spChg chg="mod">
          <ac:chgData name="Martin Siemienski Andersen" userId="3e5b9027-db81-4bdb-8ff3-173865797b46" providerId="ADAL" clId="{EC51B64C-BC69-4309-ABB6-4D45FFFFE9A5}" dt="2024-06-17T13:14:14.129" v="3020" actId="20577"/>
          <ac:spMkLst>
            <pc:docMk/>
            <pc:sldMk cId="1989704884" sldId="415"/>
            <ac:spMk id="7" creationId="{AFF24B0C-E34F-4CA0-9664-AC0132FB8045}"/>
          </ac:spMkLst>
        </pc:spChg>
      </pc:sldChg>
      <pc:sldChg chg="ord">
        <pc:chgData name="Martin Siemienski Andersen" userId="3e5b9027-db81-4bdb-8ff3-173865797b46" providerId="ADAL" clId="{EC51B64C-BC69-4309-ABB6-4D45FFFFE9A5}" dt="2024-06-18T07:40:41.293" v="3994"/>
        <pc:sldMkLst>
          <pc:docMk/>
          <pc:sldMk cId="1204379647" sldId="416"/>
        </pc:sldMkLst>
      </pc:sldChg>
      <pc:sldChg chg="add">
        <pc:chgData name="Martin Siemienski Andersen" userId="3e5b9027-db81-4bdb-8ff3-173865797b46" providerId="ADAL" clId="{EC51B64C-BC69-4309-ABB6-4D45FFFFE9A5}" dt="2024-06-17T11:54:54.977" v="100"/>
        <pc:sldMkLst>
          <pc:docMk/>
          <pc:sldMk cId="1684547044" sldId="417"/>
        </pc:sldMkLst>
      </pc:sldChg>
      <pc:sldChg chg="del">
        <pc:chgData name="Martin Siemienski Andersen" userId="3e5b9027-db81-4bdb-8ff3-173865797b46" providerId="ADAL" clId="{EC51B64C-BC69-4309-ABB6-4D45FFFFE9A5}" dt="2024-06-17T11:54:34.259" v="99" actId="2696"/>
        <pc:sldMkLst>
          <pc:docMk/>
          <pc:sldMk cId="3109289345" sldId="417"/>
        </pc:sldMkLst>
      </pc:sldChg>
      <pc:sldChg chg="modSp mod ord">
        <pc:chgData name="Martin Siemienski Andersen" userId="3e5b9027-db81-4bdb-8ff3-173865797b46" providerId="ADAL" clId="{EC51B64C-BC69-4309-ABB6-4D45FFFFE9A5}" dt="2024-06-18T07:50:54.146" v="4637" actId="5793"/>
        <pc:sldMkLst>
          <pc:docMk/>
          <pc:sldMk cId="3138086822" sldId="418"/>
        </pc:sldMkLst>
        <pc:spChg chg="mod">
          <ac:chgData name="Martin Siemienski Andersen" userId="3e5b9027-db81-4bdb-8ff3-173865797b46" providerId="ADAL" clId="{EC51B64C-BC69-4309-ABB6-4D45FFFFE9A5}" dt="2024-06-18T07:50:54.146" v="4637" actId="5793"/>
          <ac:spMkLst>
            <pc:docMk/>
            <pc:sldMk cId="3138086822" sldId="418"/>
            <ac:spMk id="14" creationId="{C510EA56-3951-4A73-A8E6-DB9656B355CE}"/>
          </ac:spMkLst>
        </pc:spChg>
      </pc:sldChg>
      <pc:sldChg chg="ord">
        <pc:chgData name="Martin Siemienski Andersen" userId="3e5b9027-db81-4bdb-8ff3-173865797b46" providerId="ADAL" clId="{EC51B64C-BC69-4309-ABB6-4D45FFFFE9A5}" dt="2024-06-17T11:44:35.684" v="24"/>
        <pc:sldMkLst>
          <pc:docMk/>
          <pc:sldMk cId="1659630685" sldId="419"/>
        </pc:sldMkLst>
      </pc:sldChg>
      <pc:sldChg chg="del">
        <pc:chgData name="Martin Siemienski Andersen" userId="3e5b9027-db81-4bdb-8ff3-173865797b46" providerId="ADAL" clId="{EC51B64C-BC69-4309-ABB6-4D45FFFFE9A5}" dt="2024-06-17T11:54:34.259" v="99" actId="2696"/>
        <pc:sldMkLst>
          <pc:docMk/>
          <pc:sldMk cId="389121286" sldId="421"/>
        </pc:sldMkLst>
      </pc:sldChg>
      <pc:sldChg chg="add mod ord modShow">
        <pc:chgData name="Martin Siemienski Andersen" userId="3e5b9027-db81-4bdb-8ff3-173865797b46" providerId="ADAL" clId="{EC51B64C-BC69-4309-ABB6-4D45FFFFE9A5}" dt="2024-06-17T13:17:46.192" v="3142" actId="729"/>
        <pc:sldMkLst>
          <pc:docMk/>
          <pc:sldMk cId="3616970038" sldId="421"/>
        </pc:sldMkLst>
      </pc:sldChg>
      <pc:sldChg chg="add mod ord modShow">
        <pc:chgData name="Martin Siemienski Andersen" userId="3e5b9027-db81-4bdb-8ff3-173865797b46" providerId="ADAL" clId="{EC51B64C-BC69-4309-ABB6-4D45FFFFE9A5}" dt="2024-06-17T13:17:46.192" v="3142" actId="729"/>
        <pc:sldMkLst>
          <pc:docMk/>
          <pc:sldMk cId="1139581641" sldId="422"/>
        </pc:sldMkLst>
      </pc:sldChg>
      <pc:sldChg chg="del">
        <pc:chgData name="Martin Siemienski Andersen" userId="3e5b9027-db81-4bdb-8ff3-173865797b46" providerId="ADAL" clId="{EC51B64C-BC69-4309-ABB6-4D45FFFFE9A5}" dt="2024-06-17T11:54:34.259" v="99" actId="2696"/>
        <pc:sldMkLst>
          <pc:docMk/>
          <pc:sldMk cId="3492446293" sldId="422"/>
        </pc:sldMkLst>
      </pc:sldChg>
      <pc:sldChg chg="del">
        <pc:chgData name="Martin Siemienski Andersen" userId="3e5b9027-db81-4bdb-8ff3-173865797b46" providerId="ADAL" clId="{EC51B64C-BC69-4309-ABB6-4D45FFFFE9A5}" dt="2024-06-17T11:54:34.259" v="99" actId="2696"/>
        <pc:sldMkLst>
          <pc:docMk/>
          <pc:sldMk cId="1817594568" sldId="423"/>
        </pc:sldMkLst>
      </pc:sldChg>
      <pc:sldChg chg="add mod ord modShow">
        <pc:chgData name="Martin Siemienski Andersen" userId="3e5b9027-db81-4bdb-8ff3-173865797b46" providerId="ADAL" clId="{EC51B64C-BC69-4309-ABB6-4D45FFFFE9A5}" dt="2024-06-17T13:29:19.690" v="3778" actId="729"/>
        <pc:sldMkLst>
          <pc:docMk/>
          <pc:sldMk cId="3402139501" sldId="423"/>
        </pc:sldMkLst>
      </pc:sldChg>
      <pc:sldChg chg="ord">
        <pc:chgData name="Martin Siemienski Andersen" userId="3e5b9027-db81-4bdb-8ff3-173865797b46" providerId="ADAL" clId="{EC51B64C-BC69-4309-ABB6-4D45FFFFE9A5}" dt="2024-06-17T11:44:30.741" v="22"/>
        <pc:sldMkLst>
          <pc:docMk/>
          <pc:sldMk cId="1252006566" sldId="424"/>
        </pc:sldMkLst>
      </pc:sldChg>
      <pc:sldChg chg="addSp delSp mod ord modShow">
        <pc:chgData name="Martin Siemienski Andersen" userId="3e5b9027-db81-4bdb-8ff3-173865797b46" providerId="ADAL" clId="{EC51B64C-BC69-4309-ABB6-4D45FFFFE9A5}" dt="2024-06-17T13:29:53.476" v="3781"/>
        <pc:sldMkLst>
          <pc:docMk/>
          <pc:sldMk cId="1819725382" sldId="425"/>
        </pc:sldMkLst>
        <pc:spChg chg="add del">
          <ac:chgData name="Martin Siemienski Andersen" userId="3e5b9027-db81-4bdb-8ff3-173865797b46" providerId="ADAL" clId="{EC51B64C-BC69-4309-ABB6-4D45FFFFE9A5}" dt="2024-06-17T11:54:25.556" v="98" actId="22"/>
          <ac:spMkLst>
            <pc:docMk/>
            <pc:sldMk cId="1819725382" sldId="425"/>
            <ac:spMk id="5" creationId="{C644103A-5F0F-0A73-B0F1-1C1A38EAA8A4}"/>
          </ac:spMkLst>
        </pc:spChg>
      </pc:sldChg>
      <pc:sldChg chg="del mod ord setBg modShow">
        <pc:chgData name="Martin Siemienski Andersen" userId="3e5b9027-db81-4bdb-8ff3-173865797b46" providerId="ADAL" clId="{EC51B64C-BC69-4309-ABB6-4D45FFFFE9A5}" dt="2024-06-17T13:02:17.293" v="2850" actId="47"/>
        <pc:sldMkLst>
          <pc:docMk/>
          <pc:sldMk cId="2745802289" sldId="426"/>
        </pc:sldMkLst>
      </pc:sldChg>
      <pc:sldChg chg="addSp delSp modSp mod setBg">
        <pc:chgData name="Martin Siemienski Andersen" userId="3e5b9027-db81-4bdb-8ff3-173865797b46" providerId="ADAL" clId="{EC51B64C-BC69-4309-ABB6-4D45FFFFE9A5}" dt="2024-06-18T08:21:34.892" v="6352" actId="20577"/>
        <pc:sldMkLst>
          <pc:docMk/>
          <pc:sldMk cId="2895886679" sldId="427"/>
        </pc:sldMkLst>
        <pc:spChg chg="mod">
          <ac:chgData name="Martin Siemienski Andersen" userId="3e5b9027-db81-4bdb-8ff3-173865797b46" providerId="ADAL" clId="{EC51B64C-BC69-4309-ABB6-4D45FFFFE9A5}" dt="2024-06-18T08:21:34.892" v="6352" actId="20577"/>
          <ac:spMkLst>
            <pc:docMk/>
            <pc:sldMk cId="2895886679" sldId="427"/>
            <ac:spMk id="2" creationId="{E73EE62A-8A57-45EF-A837-8833AE68ACAD}"/>
          </ac:spMkLst>
        </pc:spChg>
        <pc:spChg chg="mod">
          <ac:chgData name="Martin Siemienski Andersen" userId="3e5b9027-db81-4bdb-8ff3-173865797b46" providerId="ADAL" clId="{EC51B64C-BC69-4309-ABB6-4D45FFFFE9A5}" dt="2024-06-18T08:08:43.337" v="5402" actId="20577"/>
          <ac:spMkLst>
            <pc:docMk/>
            <pc:sldMk cId="2895886679" sldId="427"/>
            <ac:spMk id="4" creationId="{F1064154-A3F1-4574-90EC-2D14CA6CFF7D}"/>
          </ac:spMkLst>
        </pc:spChg>
        <pc:spChg chg="add mod">
          <ac:chgData name="Martin Siemienski Andersen" userId="3e5b9027-db81-4bdb-8ff3-173865797b46" providerId="ADAL" clId="{EC51B64C-BC69-4309-ABB6-4D45FFFFE9A5}" dt="2024-06-18T08:08:26.852" v="5372" actId="1076"/>
          <ac:spMkLst>
            <pc:docMk/>
            <pc:sldMk cId="2895886679" sldId="427"/>
            <ac:spMk id="6" creationId="{584E1546-6782-4057-8F25-BEEB87C944DD}"/>
          </ac:spMkLst>
        </pc:spChg>
        <pc:picChg chg="mod">
          <ac:chgData name="Martin Siemienski Andersen" userId="3e5b9027-db81-4bdb-8ff3-173865797b46" providerId="ADAL" clId="{EC51B64C-BC69-4309-ABB6-4D45FFFFE9A5}" dt="2024-06-18T08:08:46.291" v="5403" actId="1076"/>
          <ac:picMkLst>
            <pc:docMk/>
            <pc:sldMk cId="2895886679" sldId="427"/>
            <ac:picMk id="7" creationId="{A7524AF6-C68C-4B11-B8D7-56B8F75F954B}"/>
          </ac:picMkLst>
        </pc:picChg>
        <pc:picChg chg="del mod">
          <ac:chgData name="Martin Siemienski Andersen" userId="3e5b9027-db81-4bdb-8ff3-173865797b46" providerId="ADAL" clId="{EC51B64C-BC69-4309-ABB6-4D45FFFFE9A5}" dt="2024-06-18T08:08:20.756" v="5370" actId="478"/>
          <ac:picMkLst>
            <pc:docMk/>
            <pc:sldMk cId="2895886679" sldId="427"/>
            <ac:picMk id="9" creationId="{523842A4-36F5-480B-BF05-D62C0E10820B}"/>
          </ac:picMkLst>
        </pc:picChg>
      </pc:sldChg>
      <pc:sldChg chg="modSp del mod ord">
        <pc:chgData name="Martin Siemienski Andersen" userId="3e5b9027-db81-4bdb-8ff3-173865797b46" providerId="ADAL" clId="{EC51B64C-BC69-4309-ABB6-4D45FFFFE9A5}" dt="2024-06-17T11:59:09.073" v="268" actId="47"/>
        <pc:sldMkLst>
          <pc:docMk/>
          <pc:sldMk cId="4294393476" sldId="434"/>
        </pc:sldMkLst>
        <pc:spChg chg="mod">
          <ac:chgData name="Martin Siemienski Andersen" userId="3e5b9027-db81-4bdb-8ff3-173865797b46" providerId="ADAL" clId="{EC51B64C-BC69-4309-ABB6-4D45FFFFE9A5}" dt="2024-06-17T11:57:59.510" v="211" actId="20577"/>
          <ac:spMkLst>
            <pc:docMk/>
            <pc:sldMk cId="4294393476" sldId="434"/>
            <ac:spMk id="5" creationId="{B735D18A-0288-6507-0214-0F91B518E50A}"/>
          </ac:spMkLst>
        </pc:spChg>
      </pc:sldChg>
      <pc:sldChg chg="modSp mod ord setBg">
        <pc:chgData name="Martin Siemienski Andersen" userId="3e5b9027-db81-4bdb-8ff3-173865797b46" providerId="ADAL" clId="{EC51B64C-BC69-4309-ABB6-4D45FFFFE9A5}" dt="2024-06-18T08:21:48.421" v="6354" actId="20577"/>
        <pc:sldMkLst>
          <pc:docMk/>
          <pc:sldMk cId="4218932843" sldId="435"/>
        </pc:sldMkLst>
        <pc:spChg chg="mod">
          <ac:chgData name="Martin Siemienski Andersen" userId="3e5b9027-db81-4bdb-8ff3-173865797b46" providerId="ADAL" clId="{EC51B64C-BC69-4309-ABB6-4D45FFFFE9A5}" dt="2024-06-18T08:21:43.581" v="6353" actId="20577"/>
          <ac:spMkLst>
            <pc:docMk/>
            <pc:sldMk cId="4218932843" sldId="435"/>
            <ac:spMk id="3" creationId="{1C0DA379-5DE3-B09D-DBBE-AC5D79F4ACC8}"/>
          </ac:spMkLst>
        </pc:spChg>
        <pc:spChg chg="mod">
          <ac:chgData name="Martin Siemienski Andersen" userId="3e5b9027-db81-4bdb-8ff3-173865797b46" providerId="ADAL" clId="{EC51B64C-BC69-4309-ABB6-4D45FFFFE9A5}" dt="2024-06-18T08:21:48.421" v="6354" actId="20577"/>
          <ac:spMkLst>
            <pc:docMk/>
            <pc:sldMk cId="4218932843" sldId="435"/>
            <ac:spMk id="4" creationId="{8B3912D4-C769-1539-BAF4-0DF050A68F0F}"/>
          </ac:spMkLst>
        </pc:spChg>
      </pc:sldChg>
      <pc:sldChg chg="modSp mod setBg">
        <pc:chgData name="Martin Siemienski Andersen" userId="3e5b9027-db81-4bdb-8ff3-173865797b46" providerId="ADAL" clId="{EC51B64C-BC69-4309-ABB6-4D45FFFFE9A5}" dt="2024-06-18T07:55:39.600" v="4746" actId="20577"/>
        <pc:sldMkLst>
          <pc:docMk/>
          <pc:sldMk cId="3670104394" sldId="436"/>
        </pc:sldMkLst>
        <pc:spChg chg="mod">
          <ac:chgData name="Martin Siemienski Andersen" userId="3e5b9027-db81-4bdb-8ff3-173865797b46" providerId="ADAL" clId="{EC51B64C-BC69-4309-ABB6-4D45FFFFE9A5}" dt="2024-06-18T07:55:39.600" v="4746" actId="20577"/>
          <ac:spMkLst>
            <pc:docMk/>
            <pc:sldMk cId="3670104394" sldId="436"/>
            <ac:spMk id="3" creationId="{C468E7BC-E538-44E7-95BF-F3C078018528}"/>
          </ac:spMkLst>
        </pc:spChg>
        <pc:spChg chg="mod">
          <ac:chgData name="Martin Siemienski Andersen" userId="3e5b9027-db81-4bdb-8ff3-173865797b46" providerId="ADAL" clId="{EC51B64C-BC69-4309-ABB6-4D45FFFFE9A5}" dt="2024-06-17T13:15:34.424" v="3135" actId="20577"/>
          <ac:spMkLst>
            <pc:docMk/>
            <pc:sldMk cId="3670104394" sldId="436"/>
            <ac:spMk id="5" creationId="{44B0FF57-A40B-43F7-848F-A2852473DEB8}"/>
          </ac:spMkLst>
        </pc:spChg>
        <pc:picChg chg="mod">
          <ac:chgData name="Martin Siemienski Andersen" userId="3e5b9027-db81-4bdb-8ff3-173865797b46" providerId="ADAL" clId="{EC51B64C-BC69-4309-ABB6-4D45FFFFE9A5}" dt="2024-06-17T13:18:55.264" v="3155" actId="1076"/>
          <ac:picMkLst>
            <pc:docMk/>
            <pc:sldMk cId="3670104394" sldId="436"/>
            <ac:picMk id="9" creationId="{B8275B27-652C-587A-9C12-A5ED0892A9DD}"/>
          </ac:picMkLst>
        </pc:picChg>
      </pc:sldChg>
      <pc:sldChg chg="modSp mod setBg">
        <pc:chgData name="Martin Siemienski Andersen" userId="3e5b9027-db81-4bdb-8ff3-173865797b46" providerId="ADAL" clId="{EC51B64C-BC69-4309-ABB6-4D45FFFFE9A5}" dt="2024-06-18T08:13:10.647" v="5707" actId="20577"/>
        <pc:sldMkLst>
          <pc:docMk/>
          <pc:sldMk cId="3315366021" sldId="437"/>
        </pc:sldMkLst>
        <pc:spChg chg="mod">
          <ac:chgData name="Martin Siemienski Andersen" userId="3e5b9027-db81-4bdb-8ff3-173865797b46" providerId="ADAL" clId="{EC51B64C-BC69-4309-ABB6-4D45FFFFE9A5}" dt="2024-06-18T08:09:17.680" v="5425" actId="404"/>
          <ac:spMkLst>
            <pc:docMk/>
            <pc:sldMk cId="3315366021" sldId="437"/>
            <ac:spMk id="3" creationId="{2D38AE2C-1E04-7169-BC95-B52F0AF8F628}"/>
          </ac:spMkLst>
        </pc:spChg>
        <pc:spChg chg="mod">
          <ac:chgData name="Martin Siemienski Andersen" userId="3e5b9027-db81-4bdb-8ff3-173865797b46" providerId="ADAL" clId="{EC51B64C-BC69-4309-ABB6-4D45FFFFE9A5}" dt="2024-06-18T08:13:10.647" v="5707" actId="20577"/>
          <ac:spMkLst>
            <pc:docMk/>
            <pc:sldMk cId="3315366021" sldId="437"/>
            <ac:spMk id="4" creationId="{26371522-0A25-4D52-557E-9010762317EF}"/>
          </ac:spMkLst>
        </pc:spChg>
      </pc:sldChg>
      <pc:sldChg chg="del">
        <pc:chgData name="Martin Siemienski Andersen" userId="3e5b9027-db81-4bdb-8ff3-173865797b46" providerId="ADAL" clId="{EC51B64C-BC69-4309-ABB6-4D45FFFFE9A5}" dt="2024-06-17T11:54:34.259" v="99" actId="2696"/>
        <pc:sldMkLst>
          <pc:docMk/>
          <pc:sldMk cId="198355658" sldId="438"/>
        </pc:sldMkLst>
      </pc:sldChg>
      <pc:sldChg chg="add mod ord modShow">
        <pc:chgData name="Martin Siemienski Andersen" userId="3e5b9027-db81-4bdb-8ff3-173865797b46" providerId="ADAL" clId="{EC51B64C-BC69-4309-ABB6-4D45FFFFE9A5}" dt="2024-06-17T13:17:46.192" v="3142" actId="729"/>
        <pc:sldMkLst>
          <pc:docMk/>
          <pc:sldMk cId="386343808" sldId="438"/>
        </pc:sldMkLst>
      </pc:sldChg>
      <pc:sldChg chg="addSp modSp mod modAnim">
        <pc:chgData name="Martin Siemienski Andersen" userId="3e5b9027-db81-4bdb-8ff3-173865797b46" providerId="ADAL" clId="{EC51B64C-BC69-4309-ABB6-4D45FFFFE9A5}" dt="2024-06-17T12:46:50.379" v="2238" actId="6549"/>
        <pc:sldMkLst>
          <pc:docMk/>
          <pc:sldMk cId="1532256317" sldId="439"/>
        </pc:sldMkLst>
        <pc:spChg chg="add mod">
          <ac:chgData name="Martin Siemienski Andersen" userId="3e5b9027-db81-4bdb-8ff3-173865797b46" providerId="ADAL" clId="{EC51B64C-BC69-4309-ABB6-4D45FFFFE9A5}" dt="2024-06-17T12:46:45.052" v="2237" actId="1076"/>
          <ac:spMkLst>
            <pc:docMk/>
            <pc:sldMk cId="1532256317" sldId="439"/>
            <ac:spMk id="4" creationId="{5C7E4789-B003-6339-7FF9-4622B115DCCA}"/>
          </ac:spMkLst>
        </pc:spChg>
        <pc:spChg chg="mod">
          <ac:chgData name="Martin Siemienski Andersen" userId="3e5b9027-db81-4bdb-8ff3-173865797b46" providerId="ADAL" clId="{EC51B64C-BC69-4309-ABB6-4D45FFFFE9A5}" dt="2024-06-17T12:46:50.379" v="2238" actId="6549"/>
          <ac:spMkLst>
            <pc:docMk/>
            <pc:sldMk cId="1532256317" sldId="439"/>
            <ac:spMk id="6" creationId="{97D5A4CA-D2B2-DCBE-A010-AC4311530C5B}"/>
          </ac:spMkLst>
        </pc:spChg>
        <pc:spChg chg="mod">
          <ac:chgData name="Martin Siemienski Andersen" userId="3e5b9027-db81-4bdb-8ff3-173865797b46" providerId="ADAL" clId="{EC51B64C-BC69-4309-ABB6-4D45FFFFE9A5}" dt="2024-06-17T12:46:10.068" v="2234" actId="14100"/>
          <ac:spMkLst>
            <pc:docMk/>
            <pc:sldMk cId="1532256317" sldId="439"/>
            <ac:spMk id="7" creationId="{45D186D2-368E-D004-0358-1361075DB758}"/>
          </ac:spMkLst>
        </pc:spChg>
      </pc:sldChg>
      <pc:sldChg chg="delSp modSp mod ord delAnim">
        <pc:chgData name="Martin Siemienski Andersen" userId="3e5b9027-db81-4bdb-8ff3-173865797b46" providerId="ADAL" clId="{EC51B64C-BC69-4309-ABB6-4D45FFFFE9A5}" dt="2024-06-17T12:47:28.456" v="2240"/>
        <pc:sldMkLst>
          <pc:docMk/>
          <pc:sldMk cId="1199953443" sldId="440"/>
        </pc:sldMkLst>
        <pc:spChg chg="mod">
          <ac:chgData name="Martin Siemienski Andersen" userId="3e5b9027-db81-4bdb-8ff3-173865797b46" providerId="ADAL" clId="{EC51B64C-BC69-4309-ABB6-4D45FFFFE9A5}" dt="2024-06-17T11:53:26.320" v="96" actId="14100"/>
          <ac:spMkLst>
            <pc:docMk/>
            <pc:sldMk cId="1199953443" sldId="440"/>
            <ac:spMk id="9" creationId="{700A40B9-D5C2-D437-7991-A99D85444450}"/>
          </ac:spMkLst>
        </pc:spChg>
        <pc:spChg chg="del">
          <ac:chgData name="Martin Siemienski Andersen" userId="3e5b9027-db81-4bdb-8ff3-173865797b46" providerId="ADAL" clId="{EC51B64C-BC69-4309-ABB6-4D45FFFFE9A5}" dt="2024-06-17T12:46:40.858" v="2235" actId="478"/>
          <ac:spMkLst>
            <pc:docMk/>
            <pc:sldMk cId="1199953443" sldId="440"/>
            <ac:spMk id="15" creationId="{D5F0BE8A-2972-B14E-8A1D-A18A126C2502}"/>
          </ac:spMkLst>
        </pc:spChg>
      </pc:sldChg>
      <pc:sldChg chg="modSp del mod">
        <pc:chgData name="Martin Siemienski Andersen" userId="3e5b9027-db81-4bdb-8ff3-173865797b46" providerId="ADAL" clId="{EC51B64C-BC69-4309-ABB6-4D45FFFFE9A5}" dt="2024-06-17T12:47:31.851" v="2241" actId="47"/>
        <pc:sldMkLst>
          <pc:docMk/>
          <pc:sldMk cId="3042117320" sldId="441"/>
        </pc:sldMkLst>
        <pc:spChg chg="mod">
          <ac:chgData name="Martin Siemienski Andersen" userId="3e5b9027-db81-4bdb-8ff3-173865797b46" providerId="ADAL" clId="{EC51B64C-BC69-4309-ABB6-4D45FFFFE9A5}" dt="2024-06-17T12:24:01.567" v="1075" actId="6549"/>
          <ac:spMkLst>
            <pc:docMk/>
            <pc:sldMk cId="3042117320" sldId="441"/>
            <ac:spMk id="3" creationId="{A80E2DB1-358A-650F-92B3-3FA7C037F8CD}"/>
          </ac:spMkLst>
        </pc:spChg>
        <pc:spChg chg="mod">
          <ac:chgData name="Martin Siemienski Andersen" userId="3e5b9027-db81-4bdb-8ff3-173865797b46" providerId="ADAL" clId="{EC51B64C-BC69-4309-ABB6-4D45FFFFE9A5}" dt="2024-06-17T12:45:31.747" v="2208" actId="20577"/>
          <ac:spMkLst>
            <pc:docMk/>
            <pc:sldMk cId="3042117320" sldId="441"/>
            <ac:spMk id="9" creationId="{700A40B9-D5C2-D437-7991-A99D85444450}"/>
          </ac:spMkLst>
        </pc:spChg>
      </pc:sldChg>
      <pc:sldChg chg="modSp mod">
        <pc:chgData name="Martin Siemienski Andersen" userId="3e5b9027-db81-4bdb-8ff3-173865797b46" providerId="ADAL" clId="{EC51B64C-BC69-4309-ABB6-4D45FFFFE9A5}" dt="2024-06-17T12:47:53.579" v="2247" actId="207"/>
        <pc:sldMkLst>
          <pc:docMk/>
          <pc:sldMk cId="1972479243" sldId="442"/>
        </pc:sldMkLst>
        <pc:spChg chg="mod">
          <ac:chgData name="Martin Siemienski Andersen" userId="3e5b9027-db81-4bdb-8ff3-173865797b46" providerId="ADAL" clId="{EC51B64C-BC69-4309-ABB6-4D45FFFFE9A5}" dt="2024-06-17T12:47:53.579" v="2247" actId="207"/>
          <ac:spMkLst>
            <pc:docMk/>
            <pc:sldMk cId="1972479243" sldId="442"/>
            <ac:spMk id="9" creationId="{700A40B9-D5C2-D437-7991-A99D85444450}"/>
          </ac:spMkLst>
        </pc:spChg>
      </pc:sldChg>
      <pc:sldChg chg="mod ord modShow">
        <pc:chgData name="Martin Siemienski Andersen" userId="3e5b9027-db81-4bdb-8ff3-173865797b46" providerId="ADAL" clId="{EC51B64C-BC69-4309-ABB6-4D45FFFFE9A5}" dt="2024-06-17T12:16:03.715" v="819"/>
        <pc:sldMkLst>
          <pc:docMk/>
          <pc:sldMk cId="1643039985" sldId="443"/>
        </pc:sldMkLst>
      </pc:sldChg>
      <pc:sldChg chg="ord">
        <pc:chgData name="Martin Siemienski Andersen" userId="3e5b9027-db81-4bdb-8ff3-173865797b46" providerId="ADAL" clId="{EC51B64C-BC69-4309-ABB6-4D45FFFFE9A5}" dt="2024-06-17T11:44:02.967" v="18"/>
        <pc:sldMkLst>
          <pc:docMk/>
          <pc:sldMk cId="3114610786" sldId="444"/>
        </pc:sldMkLst>
      </pc:sldChg>
      <pc:sldChg chg="modSp add mod">
        <pc:chgData name="Martin Siemienski Andersen" userId="3e5b9027-db81-4bdb-8ff3-173865797b46" providerId="ADAL" clId="{EC51B64C-BC69-4309-ABB6-4D45FFFFE9A5}" dt="2024-06-17T13:27:39.208" v="3709" actId="20577"/>
        <pc:sldMkLst>
          <pc:docMk/>
          <pc:sldMk cId="521203059" sldId="445"/>
        </pc:sldMkLst>
        <pc:spChg chg="mod">
          <ac:chgData name="Martin Siemienski Andersen" userId="3e5b9027-db81-4bdb-8ff3-173865797b46" providerId="ADAL" clId="{EC51B64C-BC69-4309-ABB6-4D45FFFFE9A5}" dt="2024-06-17T13:27:39.208" v="3709" actId="20577"/>
          <ac:spMkLst>
            <pc:docMk/>
            <pc:sldMk cId="521203059" sldId="445"/>
            <ac:spMk id="9" creationId="{BE2CB78F-CB82-F2ED-DDEE-B139E3C89CD8}"/>
          </ac:spMkLst>
        </pc:spChg>
      </pc:sldChg>
      <pc:sldChg chg="del">
        <pc:chgData name="Martin Siemienski Andersen" userId="3e5b9027-db81-4bdb-8ff3-173865797b46" providerId="ADAL" clId="{EC51B64C-BC69-4309-ABB6-4D45FFFFE9A5}" dt="2024-06-17T11:54:34.259" v="99" actId="2696"/>
        <pc:sldMkLst>
          <pc:docMk/>
          <pc:sldMk cId="2335939882" sldId="445"/>
        </pc:sldMkLst>
      </pc:sldChg>
      <pc:sldChg chg="modSp add mod setBg">
        <pc:chgData name="Martin Siemienski Andersen" userId="3e5b9027-db81-4bdb-8ff3-173865797b46" providerId="ADAL" clId="{EC51B64C-BC69-4309-ABB6-4D45FFFFE9A5}" dt="2024-06-18T07:46:59.483" v="4513" actId="20577"/>
        <pc:sldMkLst>
          <pc:docMk/>
          <pc:sldMk cId="3971177495" sldId="446"/>
        </pc:sldMkLst>
        <pc:spChg chg="mod">
          <ac:chgData name="Martin Siemienski Andersen" userId="3e5b9027-db81-4bdb-8ff3-173865797b46" providerId="ADAL" clId="{EC51B64C-BC69-4309-ABB6-4D45FFFFE9A5}" dt="2024-06-17T13:18:44.050" v="3151" actId="20577"/>
          <ac:spMkLst>
            <pc:docMk/>
            <pc:sldMk cId="3971177495" sldId="446"/>
            <ac:spMk id="3" creationId="{BFD12118-34A6-4066-ACB6-E8B16636C29C}"/>
          </ac:spMkLst>
        </pc:spChg>
        <pc:spChg chg="mod">
          <ac:chgData name="Martin Siemienski Andersen" userId="3e5b9027-db81-4bdb-8ff3-173865797b46" providerId="ADAL" clId="{EC51B64C-BC69-4309-ABB6-4D45FFFFE9A5}" dt="2024-06-17T13:16:40.190" v="3139" actId="6549"/>
          <ac:spMkLst>
            <pc:docMk/>
            <pc:sldMk cId="3971177495" sldId="446"/>
            <ac:spMk id="9" creationId="{2738CC16-F911-128A-BEAA-16A4D79A8ECD}"/>
          </ac:spMkLst>
        </pc:spChg>
        <pc:spChg chg="mod">
          <ac:chgData name="Martin Siemienski Andersen" userId="3e5b9027-db81-4bdb-8ff3-173865797b46" providerId="ADAL" clId="{EC51B64C-BC69-4309-ABB6-4D45FFFFE9A5}" dt="2024-06-18T07:46:59.483" v="4513" actId="20577"/>
          <ac:spMkLst>
            <pc:docMk/>
            <pc:sldMk cId="3971177495" sldId="446"/>
            <ac:spMk id="18" creationId="{628E234F-4092-77B2-BCDF-916791DF4A5F}"/>
          </ac:spMkLst>
        </pc:spChg>
      </pc:sldChg>
      <pc:sldChg chg="del">
        <pc:chgData name="Martin Siemienski Andersen" userId="3e5b9027-db81-4bdb-8ff3-173865797b46" providerId="ADAL" clId="{EC51B64C-BC69-4309-ABB6-4D45FFFFE9A5}" dt="2024-06-17T11:54:34.259" v="99" actId="2696"/>
        <pc:sldMkLst>
          <pc:docMk/>
          <pc:sldMk cId="4104322771" sldId="446"/>
        </pc:sldMkLst>
      </pc:sldChg>
      <pc:sldChg chg="modSp modAnim">
        <pc:chgData name="Martin Siemienski Andersen" userId="3e5b9027-db81-4bdb-8ff3-173865797b46" providerId="ADAL" clId="{EC51B64C-BC69-4309-ABB6-4D45FFFFE9A5}" dt="2024-06-17T12:01:16.075" v="284" actId="6549"/>
        <pc:sldMkLst>
          <pc:docMk/>
          <pc:sldMk cId="3385940249" sldId="447"/>
        </pc:sldMkLst>
        <pc:spChg chg="mod">
          <ac:chgData name="Martin Siemienski Andersen" userId="3e5b9027-db81-4bdb-8ff3-173865797b46" providerId="ADAL" clId="{EC51B64C-BC69-4309-ABB6-4D45FFFFE9A5}" dt="2024-06-17T12:01:16.075" v="284" actId="6549"/>
          <ac:spMkLst>
            <pc:docMk/>
            <pc:sldMk cId="3385940249" sldId="447"/>
            <ac:spMk id="7" creationId="{C8F53708-E054-0233-0A92-A71E014FF092}"/>
          </ac:spMkLst>
        </pc:spChg>
      </pc:sldChg>
      <pc:sldChg chg="addSp delSp modSp mod ord">
        <pc:chgData name="Martin Siemienski Andersen" userId="3e5b9027-db81-4bdb-8ff3-173865797b46" providerId="ADAL" clId="{EC51B64C-BC69-4309-ABB6-4D45FFFFE9A5}" dt="2024-06-17T12:23:51.261" v="1074"/>
        <pc:sldMkLst>
          <pc:docMk/>
          <pc:sldMk cId="3835948799" sldId="448"/>
        </pc:sldMkLst>
        <pc:spChg chg="del mod">
          <ac:chgData name="Martin Siemienski Andersen" userId="3e5b9027-db81-4bdb-8ff3-173865797b46" providerId="ADAL" clId="{EC51B64C-BC69-4309-ABB6-4D45FFFFE9A5}" dt="2024-06-17T12:22:23.723" v="1010" actId="478"/>
          <ac:spMkLst>
            <pc:docMk/>
            <pc:sldMk cId="3835948799" sldId="448"/>
            <ac:spMk id="4" creationId="{0185C39B-EF2A-42CA-A6A1-AFCC6EDC1010}"/>
          </ac:spMkLst>
        </pc:spChg>
        <pc:spChg chg="add mod">
          <ac:chgData name="Martin Siemienski Andersen" userId="3e5b9027-db81-4bdb-8ff3-173865797b46" providerId="ADAL" clId="{EC51B64C-BC69-4309-ABB6-4D45FFFFE9A5}" dt="2024-06-17T12:23:35.943" v="1072" actId="15"/>
          <ac:spMkLst>
            <pc:docMk/>
            <pc:sldMk cId="3835948799" sldId="448"/>
            <ac:spMk id="7" creationId="{8DFBB73E-62B8-2765-9E27-38023154350E}"/>
          </ac:spMkLst>
        </pc:spChg>
        <pc:spChg chg="add del mod">
          <ac:chgData name="Martin Siemienski Andersen" userId="3e5b9027-db81-4bdb-8ff3-173865797b46" providerId="ADAL" clId="{EC51B64C-BC69-4309-ABB6-4D45FFFFE9A5}" dt="2024-06-17T12:22:27.257" v="1012" actId="478"/>
          <ac:spMkLst>
            <pc:docMk/>
            <pc:sldMk cId="3835948799" sldId="448"/>
            <ac:spMk id="9" creationId="{A69BEB5B-7F43-33BA-516B-5F9FA41D97B3}"/>
          </ac:spMkLst>
        </pc:spChg>
      </pc:sldChg>
      <pc:sldChg chg="modSp mod setBg">
        <pc:chgData name="Martin Siemienski Andersen" userId="3e5b9027-db81-4bdb-8ff3-173865797b46" providerId="ADAL" clId="{EC51B64C-BC69-4309-ABB6-4D45FFFFE9A5}" dt="2024-06-17T12:19:05.502" v="951" actId="20577"/>
        <pc:sldMkLst>
          <pc:docMk/>
          <pc:sldMk cId="4039443973" sldId="449"/>
        </pc:sldMkLst>
        <pc:spChg chg="mod">
          <ac:chgData name="Martin Siemienski Andersen" userId="3e5b9027-db81-4bdb-8ff3-173865797b46" providerId="ADAL" clId="{EC51B64C-BC69-4309-ABB6-4D45FFFFE9A5}" dt="2024-06-17T12:16:12.881" v="824" actId="20577"/>
          <ac:spMkLst>
            <pc:docMk/>
            <pc:sldMk cId="4039443973" sldId="449"/>
            <ac:spMk id="3" creationId="{75EEEDCE-8291-61AA-9F0E-0EB184B4B72E}"/>
          </ac:spMkLst>
        </pc:spChg>
        <pc:spChg chg="mod">
          <ac:chgData name="Martin Siemienski Andersen" userId="3e5b9027-db81-4bdb-8ff3-173865797b46" providerId="ADAL" clId="{EC51B64C-BC69-4309-ABB6-4D45FFFFE9A5}" dt="2024-06-17T12:19:05.502" v="951" actId="20577"/>
          <ac:spMkLst>
            <pc:docMk/>
            <pc:sldMk cId="4039443973" sldId="449"/>
            <ac:spMk id="4" creationId="{9CD14315-9C16-1C36-6B3A-9A3C80166925}"/>
          </ac:spMkLst>
        </pc:spChg>
      </pc:sldChg>
      <pc:sldChg chg="modSp mod">
        <pc:chgData name="Martin Siemienski Andersen" userId="3e5b9027-db81-4bdb-8ff3-173865797b46" providerId="ADAL" clId="{EC51B64C-BC69-4309-ABB6-4D45FFFFE9A5}" dt="2024-06-17T12:47:43.709" v="2244" actId="207"/>
        <pc:sldMkLst>
          <pc:docMk/>
          <pc:sldMk cId="1789612739" sldId="450"/>
        </pc:sldMkLst>
        <pc:spChg chg="mod">
          <ac:chgData name="Martin Siemienski Andersen" userId="3e5b9027-db81-4bdb-8ff3-173865797b46" providerId="ADAL" clId="{EC51B64C-BC69-4309-ABB6-4D45FFFFE9A5}" dt="2024-06-17T12:47:43.709" v="2244" actId="207"/>
          <ac:spMkLst>
            <pc:docMk/>
            <pc:sldMk cId="1789612739" sldId="450"/>
            <ac:spMk id="9" creationId="{700A40B9-D5C2-D437-7991-A99D85444450}"/>
          </ac:spMkLst>
        </pc:spChg>
      </pc:sldChg>
      <pc:sldChg chg="ord setBg">
        <pc:chgData name="Martin Siemienski Andersen" userId="3e5b9027-db81-4bdb-8ff3-173865797b46" providerId="ADAL" clId="{EC51B64C-BC69-4309-ABB6-4D45FFFFE9A5}" dt="2024-06-18T07:55:20.547" v="4745"/>
        <pc:sldMkLst>
          <pc:docMk/>
          <pc:sldMk cId="957298078" sldId="451"/>
        </pc:sldMkLst>
      </pc:sldChg>
      <pc:sldChg chg="addSp delSp modSp mod modClrScheme chgLayout">
        <pc:chgData name="Martin Siemienski Andersen" userId="3e5b9027-db81-4bdb-8ff3-173865797b46" providerId="ADAL" clId="{EC51B64C-BC69-4309-ABB6-4D45FFFFE9A5}" dt="2024-06-18T07:39:49.787" v="3986" actId="700"/>
        <pc:sldMkLst>
          <pc:docMk/>
          <pc:sldMk cId="1891321431" sldId="612"/>
        </pc:sldMkLst>
        <pc:spChg chg="add mod ord">
          <ac:chgData name="Martin Siemienski Andersen" userId="3e5b9027-db81-4bdb-8ff3-173865797b46" providerId="ADAL" clId="{EC51B64C-BC69-4309-ABB6-4D45FFFFE9A5}" dt="2024-06-18T07:39:49.787" v="3986" actId="700"/>
          <ac:spMkLst>
            <pc:docMk/>
            <pc:sldMk cId="1891321431" sldId="612"/>
            <ac:spMk id="2" creationId="{C1B53E53-609B-203A-7BEC-B963E92217F6}"/>
          </ac:spMkLst>
        </pc:spChg>
        <pc:spChg chg="mod ord">
          <ac:chgData name="Martin Siemienski Andersen" userId="3e5b9027-db81-4bdb-8ff3-173865797b46" providerId="ADAL" clId="{EC51B64C-BC69-4309-ABB6-4D45FFFFE9A5}" dt="2024-06-18T07:39:49.787" v="3986" actId="700"/>
          <ac:spMkLst>
            <pc:docMk/>
            <pc:sldMk cId="1891321431" sldId="612"/>
            <ac:spMk id="5" creationId="{8381492D-3F3B-167D-9347-2171D267D712}"/>
          </ac:spMkLst>
        </pc:spChg>
        <pc:spChg chg="del mod ord">
          <ac:chgData name="Martin Siemienski Andersen" userId="3e5b9027-db81-4bdb-8ff3-173865797b46" providerId="ADAL" clId="{EC51B64C-BC69-4309-ABB6-4D45FFFFE9A5}" dt="2024-06-18T07:39:49.787" v="3986" actId="700"/>
          <ac:spMkLst>
            <pc:docMk/>
            <pc:sldMk cId="1891321431" sldId="612"/>
            <ac:spMk id="6" creationId="{AD4CA122-A905-4E9E-26ED-D18CAF51835E}"/>
          </ac:spMkLst>
        </pc:spChg>
      </pc:sldChg>
      <pc:sldChg chg="add mod ord modShow">
        <pc:chgData name="Martin Siemienski Andersen" userId="3e5b9027-db81-4bdb-8ff3-173865797b46" providerId="ADAL" clId="{EC51B64C-BC69-4309-ABB6-4D45FFFFE9A5}" dt="2024-06-17T13:29:03.852" v="3775" actId="729"/>
        <pc:sldMkLst>
          <pc:docMk/>
          <pc:sldMk cId="2292437395" sldId="615"/>
        </pc:sldMkLst>
      </pc:sldChg>
      <pc:sldChg chg="del">
        <pc:chgData name="Martin Siemienski Andersen" userId="3e5b9027-db81-4bdb-8ff3-173865797b46" providerId="ADAL" clId="{EC51B64C-BC69-4309-ABB6-4D45FFFFE9A5}" dt="2024-06-17T11:54:34.259" v="99" actId="2696"/>
        <pc:sldMkLst>
          <pc:docMk/>
          <pc:sldMk cId="3036358938" sldId="615"/>
        </pc:sldMkLst>
      </pc:sldChg>
      <pc:sldChg chg="add del">
        <pc:chgData name="Martin Siemienski Andersen" userId="3e5b9027-db81-4bdb-8ff3-173865797b46" providerId="ADAL" clId="{EC51B64C-BC69-4309-ABB6-4D45FFFFE9A5}" dt="2024-06-17T11:58:22.530" v="213"/>
        <pc:sldMkLst>
          <pc:docMk/>
          <pc:sldMk cId="584377356" sldId="616"/>
        </pc:sldMkLst>
      </pc:sldChg>
      <pc:sldChg chg="addSp delSp modSp add del mod modClrScheme chgLayout">
        <pc:chgData name="Martin Siemienski Andersen" userId="3e5b9027-db81-4bdb-8ff3-173865797b46" providerId="ADAL" clId="{EC51B64C-BC69-4309-ABB6-4D45FFFFE9A5}" dt="2024-06-18T07:38:32.492" v="3969" actId="47"/>
        <pc:sldMkLst>
          <pc:docMk/>
          <pc:sldMk cId="3629079549" sldId="616"/>
        </pc:sldMkLst>
        <pc:spChg chg="mod ord">
          <ac:chgData name="Martin Siemienski Andersen" userId="3e5b9027-db81-4bdb-8ff3-173865797b46" providerId="ADAL" clId="{EC51B64C-BC69-4309-ABB6-4D45FFFFE9A5}" dt="2024-06-18T07:38:06.952" v="3964" actId="700"/>
          <ac:spMkLst>
            <pc:docMk/>
            <pc:sldMk cId="3629079549" sldId="616"/>
            <ac:spMk id="3" creationId="{E9AA1356-3950-921E-2FF9-9EFCA51A5522}"/>
          </ac:spMkLst>
        </pc:spChg>
        <pc:spChg chg="mod ord">
          <ac:chgData name="Martin Siemienski Andersen" userId="3e5b9027-db81-4bdb-8ff3-173865797b46" providerId="ADAL" clId="{EC51B64C-BC69-4309-ABB6-4D45FFFFE9A5}" dt="2024-06-18T07:38:06.952" v="3964" actId="700"/>
          <ac:spMkLst>
            <pc:docMk/>
            <pc:sldMk cId="3629079549" sldId="616"/>
            <ac:spMk id="4" creationId="{59C70F1C-A4DA-997F-51B4-3736B4CD1A39}"/>
          </ac:spMkLst>
        </pc:spChg>
        <pc:spChg chg="mod ord">
          <ac:chgData name="Martin Siemienski Andersen" userId="3e5b9027-db81-4bdb-8ff3-173865797b46" providerId="ADAL" clId="{EC51B64C-BC69-4309-ABB6-4D45FFFFE9A5}" dt="2024-06-18T07:38:06.952" v="3964" actId="700"/>
          <ac:spMkLst>
            <pc:docMk/>
            <pc:sldMk cId="3629079549" sldId="616"/>
            <ac:spMk id="5" creationId="{B735D18A-0288-6507-0214-0F91B518E50A}"/>
          </ac:spMkLst>
        </pc:spChg>
        <pc:picChg chg="add del mod ord">
          <ac:chgData name="Martin Siemienski Andersen" userId="3e5b9027-db81-4bdb-8ff3-173865797b46" providerId="ADAL" clId="{EC51B64C-BC69-4309-ABB6-4D45FFFFE9A5}" dt="2024-06-18T07:38:06.952" v="3964" actId="700"/>
          <ac:picMkLst>
            <pc:docMk/>
            <pc:sldMk cId="3629079549" sldId="616"/>
            <ac:picMk id="6" creationId="{88145634-ED54-724B-DFDD-805B5D55BDC3}"/>
          </ac:picMkLst>
        </pc:picChg>
      </pc:sldChg>
      <pc:sldChg chg="addSp delSp modSp add mod modClrScheme chgLayout">
        <pc:chgData name="Martin Siemienski Andersen" userId="3e5b9027-db81-4bdb-8ff3-173865797b46" providerId="ADAL" clId="{EC51B64C-BC69-4309-ABB6-4D45FFFFE9A5}" dt="2024-06-18T07:38:18.161" v="3967" actId="113"/>
        <pc:sldMkLst>
          <pc:docMk/>
          <pc:sldMk cId="3634885832" sldId="617"/>
        </pc:sldMkLst>
        <pc:spChg chg="mod ord">
          <ac:chgData name="Martin Siemienski Andersen" userId="3e5b9027-db81-4bdb-8ff3-173865797b46" providerId="ADAL" clId="{EC51B64C-BC69-4309-ABB6-4D45FFFFE9A5}" dt="2024-06-18T07:38:08.624" v="3966" actId="700"/>
          <ac:spMkLst>
            <pc:docMk/>
            <pc:sldMk cId="3634885832" sldId="617"/>
            <ac:spMk id="3" creationId="{E9AA1356-3950-921E-2FF9-9EFCA51A5522}"/>
          </ac:spMkLst>
        </pc:spChg>
        <pc:spChg chg="mod ord">
          <ac:chgData name="Martin Siemienski Andersen" userId="3e5b9027-db81-4bdb-8ff3-173865797b46" providerId="ADAL" clId="{EC51B64C-BC69-4309-ABB6-4D45FFFFE9A5}" dt="2024-06-18T07:38:08.624" v="3966" actId="700"/>
          <ac:spMkLst>
            <pc:docMk/>
            <pc:sldMk cId="3634885832" sldId="617"/>
            <ac:spMk id="4" creationId="{59C70F1C-A4DA-997F-51B4-3736B4CD1A39}"/>
          </ac:spMkLst>
        </pc:spChg>
        <pc:spChg chg="mod ord">
          <ac:chgData name="Martin Siemienski Andersen" userId="3e5b9027-db81-4bdb-8ff3-173865797b46" providerId="ADAL" clId="{EC51B64C-BC69-4309-ABB6-4D45FFFFE9A5}" dt="2024-06-18T07:38:18.161" v="3967" actId="113"/>
          <ac:spMkLst>
            <pc:docMk/>
            <pc:sldMk cId="3634885832" sldId="617"/>
            <ac:spMk id="5" creationId="{B735D18A-0288-6507-0214-0F91B518E50A}"/>
          </ac:spMkLst>
        </pc:spChg>
        <pc:picChg chg="add del mod ord">
          <ac:chgData name="Martin Siemienski Andersen" userId="3e5b9027-db81-4bdb-8ff3-173865797b46" providerId="ADAL" clId="{EC51B64C-BC69-4309-ABB6-4D45FFFFE9A5}" dt="2024-06-18T07:38:08.624" v="3966" actId="700"/>
          <ac:picMkLst>
            <pc:docMk/>
            <pc:sldMk cId="3634885832" sldId="617"/>
            <ac:picMk id="6" creationId="{88145634-ED54-724B-DFDD-805B5D55BDC3}"/>
          </ac:picMkLst>
        </pc:picChg>
      </pc:sldChg>
      <pc:sldChg chg="add del">
        <pc:chgData name="Martin Siemienski Andersen" userId="3e5b9027-db81-4bdb-8ff3-173865797b46" providerId="ADAL" clId="{EC51B64C-BC69-4309-ABB6-4D45FFFFE9A5}" dt="2024-06-17T11:59:24.282" v="270"/>
        <pc:sldMkLst>
          <pc:docMk/>
          <pc:sldMk cId="1392442989" sldId="618"/>
        </pc:sldMkLst>
      </pc:sldChg>
      <pc:sldChg chg="new del">
        <pc:chgData name="Martin Siemienski Andersen" userId="3e5b9027-db81-4bdb-8ff3-173865797b46" providerId="ADAL" clId="{EC51B64C-BC69-4309-ABB6-4D45FFFFE9A5}" dt="2024-06-17T11:59:06.810" v="267" actId="47"/>
        <pc:sldMkLst>
          <pc:docMk/>
          <pc:sldMk cId="2827049072" sldId="618"/>
        </pc:sldMkLst>
      </pc:sldChg>
      <pc:sldChg chg="add del">
        <pc:chgData name="Martin Siemienski Andersen" userId="3e5b9027-db81-4bdb-8ff3-173865797b46" providerId="ADAL" clId="{EC51B64C-BC69-4309-ABB6-4D45FFFFE9A5}" dt="2024-06-17T12:48:45.198" v="2250" actId="47"/>
        <pc:sldMkLst>
          <pc:docMk/>
          <pc:sldMk cId="3047101404" sldId="618"/>
        </pc:sldMkLst>
      </pc:sldChg>
      <pc:sldChg chg="delSp modSp new mod ord setBg">
        <pc:chgData name="Martin Siemienski Andersen" userId="3e5b9027-db81-4bdb-8ff3-173865797b46" providerId="ADAL" clId="{EC51B64C-BC69-4309-ABB6-4D45FFFFE9A5}" dt="2024-06-17T13:06:31.677" v="2941" actId="20577"/>
        <pc:sldMkLst>
          <pc:docMk/>
          <pc:sldMk cId="821787710" sldId="619"/>
        </pc:sldMkLst>
        <pc:spChg chg="mod">
          <ac:chgData name="Martin Siemienski Andersen" userId="3e5b9027-db81-4bdb-8ff3-173865797b46" providerId="ADAL" clId="{EC51B64C-BC69-4309-ABB6-4D45FFFFE9A5}" dt="2024-06-17T13:03:00.199" v="2880" actId="20577"/>
          <ac:spMkLst>
            <pc:docMk/>
            <pc:sldMk cId="821787710" sldId="619"/>
            <ac:spMk id="2" creationId="{A2481005-3FB5-5CC5-EC6F-8143720839D8}"/>
          </ac:spMkLst>
        </pc:spChg>
        <pc:spChg chg="del">
          <ac:chgData name="Martin Siemienski Andersen" userId="3e5b9027-db81-4bdb-8ff3-173865797b46" providerId="ADAL" clId="{EC51B64C-BC69-4309-ABB6-4D45FFFFE9A5}" dt="2024-06-17T12:34:52.210" v="1833" actId="478"/>
          <ac:spMkLst>
            <pc:docMk/>
            <pc:sldMk cId="821787710" sldId="619"/>
            <ac:spMk id="3" creationId="{0728A616-0230-BB15-243E-E0907A073F99}"/>
          </ac:spMkLst>
        </pc:spChg>
        <pc:spChg chg="mod">
          <ac:chgData name="Martin Siemienski Andersen" userId="3e5b9027-db81-4bdb-8ff3-173865797b46" providerId="ADAL" clId="{EC51B64C-BC69-4309-ABB6-4D45FFFFE9A5}" dt="2024-06-17T13:06:31.677" v="2941" actId="20577"/>
          <ac:spMkLst>
            <pc:docMk/>
            <pc:sldMk cId="821787710" sldId="619"/>
            <ac:spMk id="4" creationId="{31735FCE-4809-1785-251A-5BBCE2534A2F}"/>
          </ac:spMkLst>
        </pc:spChg>
      </pc:sldChg>
      <pc:sldChg chg="addSp modSp add mod setBg">
        <pc:chgData name="Martin Siemienski Andersen" userId="3e5b9027-db81-4bdb-8ff3-173865797b46" providerId="ADAL" clId="{EC51B64C-BC69-4309-ABB6-4D45FFFFE9A5}" dt="2024-06-18T13:06:11.515" v="6436" actId="6549"/>
        <pc:sldMkLst>
          <pc:docMk/>
          <pc:sldMk cId="3643322683" sldId="620"/>
        </pc:sldMkLst>
        <pc:spChg chg="mod">
          <ac:chgData name="Martin Siemienski Andersen" userId="3e5b9027-db81-4bdb-8ff3-173865797b46" providerId="ADAL" clId="{EC51B64C-BC69-4309-ABB6-4D45FFFFE9A5}" dt="2024-06-17T13:03:41.773" v="2894" actId="20577"/>
          <ac:spMkLst>
            <pc:docMk/>
            <pc:sldMk cId="3643322683" sldId="620"/>
            <ac:spMk id="2" creationId="{A2481005-3FB5-5CC5-EC6F-8143720839D8}"/>
          </ac:spMkLst>
        </pc:spChg>
        <pc:spChg chg="add">
          <ac:chgData name="Martin Siemienski Andersen" userId="3e5b9027-db81-4bdb-8ff3-173865797b46" providerId="ADAL" clId="{EC51B64C-BC69-4309-ABB6-4D45FFFFE9A5}" dt="2024-06-17T12:56:35.633" v="2718"/>
          <ac:spMkLst>
            <pc:docMk/>
            <pc:sldMk cId="3643322683" sldId="620"/>
            <ac:spMk id="3" creationId="{31C58FA0-4873-852F-BC6D-3E15E4D78F90}"/>
          </ac:spMkLst>
        </pc:spChg>
        <pc:spChg chg="mod">
          <ac:chgData name="Martin Siemienski Andersen" userId="3e5b9027-db81-4bdb-8ff3-173865797b46" providerId="ADAL" clId="{EC51B64C-BC69-4309-ABB6-4D45FFFFE9A5}" dt="2024-06-18T13:06:11.515" v="6436" actId="6549"/>
          <ac:spMkLst>
            <pc:docMk/>
            <pc:sldMk cId="3643322683" sldId="620"/>
            <ac:spMk id="4" creationId="{31735FCE-4809-1785-251A-5BBCE2534A2F}"/>
          </ac:spMkLst>
        </pc:spChg>
        <pc:spChg chg="add">
          <ac:chgData name="Martin Siemienski Andersen" userId="3e5b9027-db81-4bdb-8ff3-173865797b46" providerId="ADAL" clId="{EC51B64C-BC69-4309-ABB6-4D45FFFFE9A5}" dt="2024-06-17T12:56:38.319" v="2722"/>
          <ac:spMkLst>
            <pc:docMk/>
            <pc:sldMk cId="3643322683" sldId="620"/>
            <ac:spMk id="6" creationId="{026EE78B-CEEA-4A0F-CA01-6F9B402A3163}"/>
          </ac:spMkLst>
        </pc:spChg>
      </pc:sldChg>
      <pc:sldChg chg="modSp add mod setBg">
        <pc:chgData name="Martin Siemienski Andersen" userId="3e5b9027-db81-4bdb-8ff3-173865797b46" providerId="ADAL" clId="{EC51B64C-BC69-4309-ABB6-4D45FFFFE9A5}" dt="2024-06-18T13:06:23.016" v="6439" actId="6549"/>
        <pc:sldMkLst>
          <pc:docMk/>
          <pc:sldMk cId="2932531935" sldId="621"/>
        </pc:sldMkLst>
        <pc:spChg chg="mod">
          <ac:chgData name="Martin Siemienski Andersen" userId="3e5b9027-db81-4bdb-8ff3-173865797b46" providerId="ADAL" clId="{EC51B64C-BC69-4309-ABB6-4D45FFFFE9A5}" dt="2024-06-17T13:03:29.295" v="2889" actId="20577"/>
          <ac:spMkLst>
            <pc:docMk/>
            <pc:sldMk cId="2932531935" sldId="621"/>
            <ac:spMk id="2" creationId="{A2481005-3FB5-5CC5-EC6F-8143720839D8}"/>
          </ac:spMkLst>
        </pc:spChg>
        <pc:spChg chg="mod">
          <ac:chgData name="Martin Siemienski Andersen" userId="3e5b9027-db81-4bdb-8ff3-173865797b46" providerId="ADAL" clId="{EC51B64C-BC69-4309-ABB6-4D45FFFFE9A5}" dt="2024-06-18T13:06:23.016" v="6439" actId="6549"/>
          <ac:spMkLst>
            <pc:docMk/>
            <pc:sldMk cId="2932531935" sldId="621"/>
            <ac:spMk id="4" creationId="{31735FCE-4809-1785-251A-5BBCE2534A2F}"/>
          </ac:spMkLst>
        </pc:spChg>
      </pc:sldChg>
      <pc:sldChg chg="modSp add del mod">
        <pc:chgData name="Martin Siemienski Andersen" userId="3e5b9027-db81-4bdb-8ff3-173865797b46" providerId="ADAL" clId="{EC51B64C-BC69-4309-ABB6-4D45FFFFE9A5}" dt="2024-06-18T07:38:36.415" v="3970" actId="47"/>
        <pc:sldMkLst>
          <pc:docMk/>
          <pc:sldMk cId="1325121284" sldId="622"/>
        </pc:sldMkLst>
        <pc:spChg chg="mod">
          <ac:chgData name="Martin Siemienski Andersen" userId="3e5b9027-db81-4bdb-8ff3-173865797b46" providerId="ADAL" clId="{EC51B64C-BC69-4309-ABB6-4D45FFFFE9A5}" dt="2024-06-17T13:16:04.168" v="3138" actId="113"/>
          <ac:spMkLst>
            <pc:docMk/>
            <pc:sldMk cId="1325121284" sldId="622"/>
            <ac:spMk id="5" creationId="{B735D18A-0288-6507-0214-0F91B518E50A}"/>
          </ac:spMkLst>
        </pc:spChg>
      </pc:sldChg>
      <pc:sldChg chg="modSp new mod">
        <pc:chgData name="Martin Siemienski Andersen" userId="3e5b9027-db81-4bdb-8ff3-173865797b46" providerId="ADAL" clId="{EC51B64C-BC69-4309-ABB6-4D45FFFFE9A5}" dt="2024-06-17T13:28:45.689" v="3772" actId="404"/>
        <pc:sldMkLst>
          <pc:docMk/>
          <pc:sldMk cId="1068601767" sldId="623"/>
        </pc:sldMkLst>
        <pc:spChg chg="mod">
          <ac:chgData name="Martin Siemienski Andersen" userId="3e5b9027-db81-4bdb-8ff3-173865797b46" providerId="ADAL" clId="{EC51B64C-BC69-4309-ABB6-4D45FFFFE9A5}" dt="2024-06-17T13:21:05.556" v="3181" actId="14100"/>
          <ac:spMkLst>
            <pc:docMk/>
            <pc:sldMk cId="1068601767" sldId="623"/>
            <ac:spMk id="3" creationId="{6CB50057-7C6D-B42A-F1E5-306EE848653C}"/>
          </ac:spMkLst>
        </pc:spChg>
        <pc:spChg chg="mod">
          <ac:chgData name="Martin Siemienski Andersen" userId="3e5b9027-db81-4bdb-8ff3-173865797b46" providerId="ADAL" clId="{EC51B64C-BC69-4309-ABB6-4D45FFFFE9A5}" dt="2024-06-17T13:28:45.689" v="3772" actId="404"/>
          <ac:spMkLst>
            <pc:docMk/>
            <pc:sldMk cId="1068601767" sldId="623"/>
            <ac:spMk id="4" creationId="{FFF040F5-91B0-275D-ACA6-D63860340779}"/>
          </ac:spMkLst>
        </pc:spChg>
      </pc:sldChg>
      <pc:sldChg chg="modSp add del mod">
        <pc:chgData name="Martin Siemienski Andersen" userId="3e5b9027-db81-4bdb-8ff3-173865797b46" providerId="ADAL" clId="{EC51B64C-BC69-4309-ABB6-4D45FFFFE9A5}" dt="2024-06-18T07:38:43.607" v="3972" actId="47"/>
        <pc:sldMkLst>
          <pc:docMk/>
          <pc:sldMk cId="2816511587" sldId="624"/>
        </pc:sldMkLst>
        <pc:spChg chg="mod">
          <ac:chgData name="Martin Siemienski Andersen" userId="3e5b9027-db81-4bdb-8ff3-173865797b46" providerId="ADAL" clId="{EC51B64C-BC69-4309-ABB6-4D45FFFFE9A5}" dt="2024-06-17T13:30:12.786" v="3784" actId="113"/>
          <ac:spMkLst>
            <pc:docMk/>
            <pc:sldMk cId="2816511587" sldId="624"/>
            <ac:spMk id="5" creationId="{B735D18A-0288-6507-0214-0F91B518E50A}"/>
          </ac:spMkLst>
        </pc:spChg>
      </pc:sldChg>
      <pc:sldChg chg="modSp new del mod">
        <pc:chgData name="Martin Siemienski Andersen" userId="3e5b9027-db81-4bdb-8ff3-173865797b46" providerId="ADAL" clId="{EC51B64C-BC69-4309-ABB6-4D45FFFFE9A5}" dt="2024-06-18T07:38:49.751" v="3975" actId="47"/>
        <pc:sldMkLst>
          <pc:docMk/>
          <pc:sldMk cId="2185270244" sldId="625"/>
        </pc:sldMkLst>
        <pc:spChg chg="mod">
          <ac:chgData name="Martin Siemienski Andersen" userId="3e5b9027-db81-4bdb-8ff3-173865797b46" providerId="ADAL" clId="{EC51B64C-BC69-4309-ABB6-4D45FFFFE9A5}" dt="2024-06-17T13:30:19.557" v="3792" actId="20577"/>
          <ac:spMkLst>
            <pc:docMk/>
            <pc:sldMk cId="2185270244" sldId="625"/>
            <ac:spMk id="4" creationId="{FD4F839B-4B13-FB96-A59A-C6B212126654}"/>
          </ac:spMkLst>
        </pc:spChg>
      </pc:sldChg>
      <pc:sldChg chg="modSp add mod">
        <pc:chgData name="Martin Siemienski Andersen" userId="3e5b9027-db81-4bdb-8ff3-173865797b46" providerId="ADAL" clId="{EC51B64C-BC69-4309-ABB6-4D45FFFFE9A5}" dt="2024-06-18T07:51:34.268" v="4638" actId="115"/>
        <pc:sldMkLst>
          <pc:docMk/>
          <pc:sldMk cId="3596878002" sldId="626"/>
        </pc:sldMkLst>
        <pc:spChg chg="mod">
          <ac:chgData name="Martin Siemienski Andersen" userId="3e5b9027-db81-4bdb-8ff3-173865797b46" providerId="ADAL" clId="{EC51B64C-BC69-4309-ABB6-4D45FFFFE9A5}" dt="2024-06-17T13:30:53.559" v="3803" actId="20577"/>
          <ac:spMkLst>
            <pc:docMk/>
            <pc:sldMk cId="3596878002" sldId="626"/>
            <ac:spMk id="3" creationId="{FA343854-B7C2-463A-B073-7929D2EFAC7F}"/>
          </ac:spMkLst>
        </pc:spChg>
        <pc:spChg chg="mod">
          <ac:chgData name="Martin Siemienski Andersen" userId="3e5b9027-db81-4bdb-8ff3-173865797b46" providerId="ADAL" clId="{EC51B64C-BC69-4309-ABB6-4D45FFFFE9A5}" dt="2024-06-18T07:51:34.268" v="4638" actId="115"/>
          <ac:spMkLst>
            <pc:docMk/>
            <pc:sldMk cId="3596878002" sldId="626"/>
            <ac:spMk id="7" creationId="{8DFBB73E-62B8-2765-9E27-38023154350E}"/>
          </ac:spMkLst>
        </pc:spChg>
      </pc:sldChg>
      <pc:sldChg chg="addSp modSp new mod">
        <pc:chgData name="Martin Siemienski Andersen" userId="3e5b9027-db81-4bdb-8ff3-173865797b46" providerId="ADAL" clId="{EC51B64C-BC69-4309-ABB6-4D45FFFFE9A5}" dt="2024-06-18T08:22:08.899" v="6356" actId="20577"/>
        <pc:sldMkLst>
          <pc:docMk/>
          <pc:sldMk cId="3023318039" sldId="627"/>
        </pc:sldMkLst>
        <pc:spChg chg="mod">
          <ac:chgData name="Martin Siemienski Andersen" userId="3e5b9027-db81-4bdb-8ff3-173865797b46" providerId="ADAL" clId="{EC51B64C-BC69-4309-ABB6-4D45FFFFE9A5}" dt="2024-06-18T07:52:19.826" v="4663" actId="20577"/>
          <ac:spMkLst>
            <pc:docMk/>
            <pc:sldMk cId="3023318039" sldId="627"/>
            <ac:spMk id="3" creationId="{C93AEAEB-E6F1-4ED4-F47A-71B2BB1FB42F}"/>
          </ac:spMkLst>
        </pc:spChg>
        <pc:spChg chg="mod">
          <ac:chgData name="Martin Siemienski Andersen" userId="3e5b9027-db81-4bdb-8ff3-173865797b46" providerId="ADAL" clId="{EC51B64C-BC69-4309-ABB6-4D45FFFFE9A5}" dt="2024-06-18T07:53:16.732" v="4733" actId="20577"/>
          <ac:spMkLst>
            <pc:docMk/>
            <pc:sldMk cId="3023318039" sldId="627"/>
            <ac:spMk id="4" creationId="{21F34757-2407-38ED-4AD7-C83FFB277224}"/>
          </ac:spMkLst>
        </pc:spChg>
        <pc:spChg chg="add mod">
          <ac:chgData name="Martin Siemienski Andersen" userId="3e5b9027-db81-4bdb-8ff3-173865797b46" providerId="ADAL" clId="{EC51B64C-BC69-4309-ABB6-4D45FFFFE9A5}" dt="2024-06-18T08:22:08.899" v="6356" actId="20577"/>
          <ac:spMkLst>
            <pc:docMk/>
            <pc:sldMk cId="3023318039" sldId="627"/>
            <ac:spMk id="6" creationId="{6DEA8C4F-55FD-5115-9798-3E2006D278A8}"/>
          </ac:spMkLst>
        </pc:spChg>
      </pc:sldChg>
      <pc:sldChg chg="modSp add mod">
        <pc:chgData name="Martin Siemienski Andersen" userId="3e5b9027-db81-4bdb-8ff3-173865797b46" providerId="ADAL" clId="{EC51B64C-BC69-4309-ABB6-4D45FFFFE9A5}" dt="2024-06-18T07:40:10.031" v="3988" actId="113"/>
        <pc:sldMkLst>
          <pc:docMk/>
          <pc:sldMk cId="1357929751" sldId="628"/>
        </pc:sldMkLst>
        <pc:spChg chg="mod">
          <ac:chgData name="Martin Siemienski Andersen" userId="3e5b9027-db81-4bdb-8ff3-173865797b46" providerId="ADAL" clId="{EC51B64C-BC69-4309-ABB6-4D45FFFFE9A5}" dt="2024-06-18T07:40:10.031" v="3988" actId="113"/>
          <ac:spMkLst>
            <pc:docMk/>
            <pc:sldMk cId="1357929751" sldId="628"/>
            <ac:spMk id="5" creationId="{B735D18A-0288-6507-0214-0F91B518E50A}"/>
          </ac:spMkLst>
        </pc:spChg>
      </pc:sldChg>
      <pc:sldChg chg="modSp add mod">
        <pc:chgData name="Martin Siemienski Andersen" userId="3e5b9027-db81-4bdb-8ff3-173865797b46" providerId="ADAL" clId="{EC51B64C-BC69-4309-ABB6-4D45FFFFE9A5}" dt="2024-06-18T07:40:49.766" v="3996" actId="113"/>
        <pc:sldMkLst>
          <pc:docMk/>
          <pc:sldMk cId="450255891" sldId="629"/>
        </pc:sldMkLst>
        <pc:spChg chg="mod">
          <ac:chgData name="Martin Siemienski Andersen" userId="3e5b9027-db81-4bdb-8ff3-173865797b46" providerId="ADAL" clId="{EC51B64C-BC69-4309-ABB6-4D45FFFFE9A5}" dt="2024-06-18T07:40:49.766" v="3996" actId="113"/>
          <ac:spMkLst>
            <pc:docMk/>
            <pc:sldMk cId="450255891" sldId="629"/>
            <ac:spMk id="5" creationId="{B735D18A-0288-6507-0214-0F91B518E50A}"/>
          </ac:spMkLst>
        </pc:spChg>
      </pc:sldChg>
      <pc:sldChg chg="modSp add mod">
        <pc:chgData name="Martin Siemienski Andersen" userId="3e5b9027-db81-4bdb-8ff3-173865797b46" providerId="ADAL" clId="{EC51B64C-BC69-4309-ABB6-4D45FFFFE9A5}" dt="2024-06-18T07:51:50.276" v="4640" actId="113"/>
        <pc:sldMkLst>
          <pc:docMk/>
          <pc:sldMk cId="125304991" sldId="630"/>
        </pc:sldMkLst>
        <pc:spChg chg="mod">
          <ac:chgData name="Martin Siemienski Andersen" userId="3e5b9027-db81-4bdb-8ff3-173865797b46" providerId="ADAL" clId="{EC51B64C-BC69-4309-ABB6-4D45FFFFE9A5}" dt="2024-06-18T07:51:50.276" v="4640" actId="113"/>
          <ac:spMkLst>
            <pc:docMk/>
            <pc:sldMk cId="125304991" sldId="630"/>
            <ac:spMk id="5" creationId="{B735D18A-0288-6507-0214-0F91B518E50A}"/>
          </ac:spMkLst>
        </pc:spChg>
      </pc:sldChg>
      <pc:sldChg chg="addSp delSp modSp add mod">
        <pc:chgData name="Martin Siemienski Andersen" userId="3e5b9027-db81-4bdb-8ff3-173865797b46" providerId="ADAL" clId="{EC51B64C-BC69-4309-ABB6-4D45FFFFE9A5}" dt="2024-06-18T07:38:59.011" v="3985" actId="478"/>
        <pc:sldMkLst>
          <pc:docMk/>
          <pc:sldMk cId="3459374890" sldId="631"/>
        </pc:sldMkLst>
        <pc:spChg chg="mod">
          <ac:chgData name="Martin Siemienski Andersen" userId="3e5b9027-db81-4bdb-8ff3-173865797b46" providerId="ADAL" clId="{EC51B64C-BC69-4309-ABB6-4D45FFFFE9A5}" dt="2024-06-18T07:38:56.746" v="3984" actId="20577"/>
          <ac:spMkLst>
            <pc:docMk/>
            <pc:sldMk cId="3459374890" sldId="631"/>
            <ac:spMk id="4" creationId="{59C70F1C-A4DA-997F-51B4-3736B4CD1A39}"/>
          </ac:spMkLst>
        </pc:spChg>
        <pc:spChg chg="del">
          <ac:chgData name="Martin Siemienski Andersen" userId="3e5b9027-db81-4bdb-8ff3-173865797b46" providerId="ADAL" clId="{EC51B64C-BC69-4309-ABB6-4D45FFFFE9A5}" dt="2024-06-18T07:38:59.011" v="3985" actId="478"/>
          <ac:spMkLst>
            <pc:docMk/>
            <pc:sldMk cId="3459374890" sldId="631"/>
            <ac:spMk id="5" creationId="{B735D18A-0288-6507-0214-0F91B518E50A}"/>
          </ac:spMkLst>
        </pc:spChg>
        <pc:spChg chg="add mod">
          <ac:chgData name="Martin Siemienski Andersen" userId="3e5b9027-db81-4bdb-8ff3-173865797b46" providerId="ADAL" clId="{EC51B64C-BC69-4309-ABB6-4D45FFFFE9A5}" dt="2024-06-18T07:38:59.011" v="3985" actId="478"/>
          <ac:spMkLst>
            <pc:docMk/>
            <pc:sldMk cId="3459374890" sldId="631"/>
            <ac:spMk id="7" creationId="{CE9C7DD6-DA68-1612-D9D4-E856D933BCCE}"/>
          </ac:spMkLst>
        </pc:spChg>
      </pc:sldChg>
      <pc:sldChg chg="modSp add mod">
        <pc:chgData name="Martin Siemienski Andersen" userId="3e5b9027-db81-4bdb-8ff3-173865797b46" providerId="ADAL" clId="{EC51B64C-BC69-4309-ABB6-4D45FFFFE9A5}" dt="2024-06-18T07:40:29.487" v="3992" actId="113"/>
        <pc:sldMkLst>
          <pc:docMk/>
          <pc:sldMk cId="34517475" sldId="632"/>
        </pc:sldMkLst>
        <pc:spChg chg="mod">
          <ac:chgData name="Martin Siemienski Andersen" userId="3e5b9027-db81-4bdb-8ff3-173865797b46" providerId="ADAL" clId="{EC51B64C-BC69-4309-ABB6-4D45FFFFE9A5}" dt="2024-06-18T07:40:29.487" v="3992" actId="113"/>
          <ac:spMkLst>
            <pc:docMk/>
            <pc:sldMk cId="34517475" sldId="632"/>
            <ac:spMk id="5" creationId="{B735D18A-0288-6507-0214-0F91B518E50A}"/>
          </ac:spMkLst>
        </pc:spChg>
      </pc:sldChg>
      <pc:sldChg chg="addSp modSp add mod">
        <pc:chgData name="Martin Siemienski Andersen" userId="3e5b9027-db81-4bdb-8ff3-173865797b46" providerId="ADAL" clId="{EC51B64C-BC69-4309-ABB6-4D45FFFFE9A5}" dt="2024-06-18T07:54:47.773" v="4741" actId="14100"/>
        <pc:sldMkLst>
          <pc:docMk/>
          <pc:sldMk cId="2669171902" sldId="633"/>
        </pc:sldMkLst>
        <pc:spChg chg="add mod">
          <ac:chgData name="Martin Siemienski Andersen" userId="3e5b9027-db81-4bdb-8ff3-173865797b46" providerId="ADAL" clId="{EC51B64C-BC69-4309-ABB6-4D45FFFFE9A5}" dt="2024-06-18T07:54:47.773" v="4741" actId="14100"/>
          <ac:spMkLst>
            <pc:docMk/>
            <pc:sldMk cId="2669171902" sldId="633"/>
            <ac:spMk id="3" creationId="{2AFFE200-E6D2-E7CE-B680-6A6EB017D625}"/>
          </ac:spMkLst>
        </pc:spChg>
      </pc:sldChg>
      <pc:sldChg chg="addSp modSp new mod">
        <pc:chgData name="Martin Siemienski Andersen" userId="3e5b9027-db81-4bdb-8ff3-173865797b46" providerId="ADAL" clId="{EC51B64C-BC69-4309-ABB6-4D45FFFFE9A5}" dt="2024-06-19T07:19:20.004" v="6526" actId="13926"/>
        <pc:sldMkLst>
          <pc:docMk/>
          <pc:sldMk cId="309470579" sldId="634"/>
        </pc:sldMkLst>
        <pc:spChg chg="mod">
          <ac:chgData name="Martin Siemienski Andersen" userId="3e5b9027-db81-4bdb-8ff3-173865797b46" providerId="ADAL" clId="{EC51B64C-BC69-4309-ABB6-4D45FFFFE9A5}" dt="2024-06-19T07:16:54.160" v="6474" actId="14100"/>
          <ac:spMkLst>
            <pc:docMk/>
            <pc:sldMk cId="309470579" sldId="634"/>
            <ac:spMk id="3" creationId="{E2582DDF-3363-FA70-2D73-711781EAA597}"/>
          </ac:spMkLst>
        </pc:spChg>
        <pc:spChg chg="add mod">
          <ac:chgData name="Martin Siemienski Andersen" userId="3e5b9027-db81-4bdb-8ff3-173865797b46" providerId="ADAL" clId="{EC51B64C-BC69-4309-ABB6-4D45FFFFE9A5}" dt="2024-06-19T07:19:20.004" v="6526" actId="13926"/>
          <ac:spMkLst>
            <pc:docMk/>
            <pc:sldMk cId="309470579" sldId="634"/>
            <ac:spMk id="6" creationId="{D224DF72-164B-810E-3033-71B8DE2559F4}"/>
          </ac:spMkLst>
        </pc:spChg>
      </pc:sldChg>
      <pc:sldChg chg="modSp new del mod">
        <pc:chgData name="Martin Siemienski Andersen" userId="3e5b9027-db81-4bdb-8ff3-173865797b46" providerId="ADAL" clId="{EC51B64C-BC69-4309-ABB6-4D45FFFFE9A5}" dt="2024-06-19T07:20:53.580" v="6604" actId="47"/>
        <pc:sldMkLst>
          <pc:docMk/>
          <pc:sldMk cId="105740498" sldId="635"/>
        </pc:sldMkLst>
        <pc:spChg chg="mod">
          <ac:chgData name="Martin Siemienski Andersen" userId="3e5b9027-db81-4bdb-8ff3-173865797b46" providerId="ADAL" clId="{EC51B64C-BC69-4309-ABB6-4D45FFFFE9A5}" dt="2024-06-19T07:20:50.532" v="6603" actId="20577"/>
          <ac:spMkLst>
            <pc:docMk/>
            <pc:sldMk cId="105740498" sldId="635"/>
            <ac:spMk id="3" creationId="{298514E1-472B-23E0-568F-5E3F053F8F39}"/>
          </ac:spMkLst>
        </pc:spChg>
      </pc:sldChg>
    </pc:docChg>
  </pc:docChgLst>
  <pc:docChgLst>
    <pc:chgData name="John Hansen" userId="4cb6df52-f46b-4a86-9a6e-3c7ce04f8df2" providerId="ADAL" clId="{2040E42B-79FF-46A8-A11B-8E9E689CCDAD}"/>
    <pc:docChg chg="modSld">
      <pc:chgData name="John Hansen" userId="4cb6df52-f46b-4a86-9a6e-3c7ce04f8df2" providerId="ADAL" clId="{2040E42B-79FF-46A8-A11B-8E9E689CCDAD}" dt="2021-10-25T14:47:40.597" v="0" actId="20577"/>
      <pc:docMkLst>
        <pc:docMk/>
      </pc:docMkLst>
      <pc:sldChg chg="modSp mod">
        <pc:chgData name="John Hansen" userId="4cb6df52-f46b-4a86-9a6e-3c7ce04f8df2" providerId="ADAL" clId="{2040E42B-79FF-46A8-A11B-8E9E689CCDAD}" dt="2021-10-25T14:47:40.597" v="0" actId="20577"/>
        <pc:sldMkLst>
          <pc:docMk/>
          <pc:sldMk cId="1521559328" sldId="402"/>
        </pc:sldMkLst>
        <pc:spChg chg="mod">
          <ac:chgData name="John Hansen" userId="4cb6df52-f46b-4a86-9a6e-3c7ce04f8df2" providerId="ADAL" clId="{2040E42B-79FF-46A8-A11B-8E9E689CCDAD}" dt="2021-10-25T14:47:40.597" v="0" actId="20577"/>
          <ac:spMkLst>
            <pc:docMk/>
            <pc:sldMk cId="1521559328" sldId="402"/>
            <ac:spMk id="7" creationId="{AA518D68-23A0-45A0-9053-BA7C5B80CF1B}"/>
          </ac:spMkLst>
        </pc:spChg>
      </pc:sldChg>
    </pc:docChg>
  </pc:docChgLst>
  <pc:docChgLst>
    <pc:chgData name="Martin Siemienski Andersen" userId="3e5b9027-db81-4bdb-8ff3-173865797b46" providerId="ADAL" clId="{A879E5BA-015D-4BDE-A4A5-CAC6784E8017}"/>
    <pc:docChg chg="undo custSel addSld delSld modSld sldOrd modSection">
      <pc:chgData name="Martin Siemienski Andersen" userId="3e5b9027-db81-4bdb-8ff3-173865797b46" providerId="ADAL" clId="{A879E5BA-015D-4BDE-A4A5-CAC6784E8017}" dt="2024-09-26T07:41:55.878" v="738" actId="20577"/>
      <pc:docMkLst>
        <pc:docMk/>
      </pc:docMkLst>
      <pc:sldChg chg="modSp mod">
        <pc:chgData name="Martin Siemienski Andersen" userId="3e5b9027-db81-4bdb-8ff3-173865797b46" providerId="ADAL" clId="{A879E5BA-015D-4BDE-A4A5-CAC6784E8017}" dt="2024-09-26T07:41:55.878" v="738" actId="20577"/>
        <pc:sldMkLst>
          <pc:docMk/>
          <pc:sldMk cId="2290672695" sldId="378"/>
        </pc:sldMkLst>
        <pc:spChg chg="mod">
          <ac:chgData name="Martin Siemienski Andersen" userId="3e5b9027-db81-4bdb-8ff3-173865797b46" providerId="ADAL" clId="{A879E5BA-015D-4BDE-A4A5-CAC6784E8017}" dt="2024-09-26T07:41:55.878" v="738" actId="20577"/>
          <ac:spMkLst>
            <pc:docMk/>
            <pc:sldMk cId="2290672695" sldId="378"/>
            <ac:spMk id="2" creationId="{2AE54174-1567-90D1-9645-9CD017CB4834}"/>
          </ac:spMkLst>
        </pc:spChg>
      </pc:sldChg>
      <pc:sldChg chg="modSp add">
        <pc:chgData name="Martin Siemienski Andersen" userId="3e5b9027-db81-4bdb-8ff3-173865797b46" providerId="ADAL" clId="{A879E5BA-015D-4BDE-A4A5-CAC6784E8017}" dt="2024-09-26T06:59:55.007" v="1" actId="6549"/>
        <pc:sldMkLst>
          <pc:docMk/>
          <pc:sldMk cId="1881058200" sldId="394"/>
        </pc:sldMkLst>
        <pc:spChg chg="mod">
          <ac:chgData name="Martin Siemienski Andersen" userId="3e5b9027-db81-4bdb-8ff3-173865797b46" providerId="ADAL" clId="{A879E5BA-015D-4BDE-A4A5-CAC6784E8017}" dt="2024-09-26T06:59:55.007" v="1" actId="6549"/>
          <ac:spMkLst>
            <pc:docMk/>
            <pc:sldMk cId="1881058200" sldId="394"/>
            <ac:spMk id="5" creationId="{D62693B3-1B62-4455-AD7F-715C4E4594BC}"/>
          </ac:spMkLst>
        </pc:spChg>
      </pc:sldChg>
      <pc:sldChg chg="modSp mod">
        <pc:chgData name="Martin Siemienski Andersen" userId="3e5b9027-db81-4bdb-8ff3-173865797b46" providerId="ADAL" clId="{A879E5BA-015D-4BDE-A4A5-CAC6784E8017}" dt="2024-09-26T07:11:38.407" v="499" actId="20577"/>
        <pc:sldMkLst>
          <pc:docMk/>
          <pc:sldMk cId="2966391475" sldId="403"/>
        </pc:sldMkLst>
        <pc:spChg chg="mod">
          <ac:chgData name="Martin Siemienski Andersen" userId="3e5b9027-db81-4bdb-8ff3-173865797b46" providerId="ADAL" clId="{A879E5BA-015D-4BDE-A4A5-CAC6784E8017}" dt="2024-09-26T07:11:38.407" v="499" actId="20577"/>
          <ac:spMkLst>
            <pc:docMk/>
            <pc:sldMk cId="2966391475" sldId="403"/>
            <ac:spMk id="4" creationId="{189523A8-B756-442B-8171-8B151651F4EC}"/>
          </ac:spMkLst>
        </pc:spChg>
      </pc:sldChg>
      <pc:sldChg chg="modSp mod">
        <pc:chgData name="Martin Siemienski Andersen" userId="3e5b9027-db81-4bdb-8ff3-173865797b46" providerId="ADAL" clId="{A879E5BA-015D-4BDE-A4A5-CAC6784E8017}" dt="2024-09-26T07:25:28.750" v="663" actId="20577"/>
        <pc:sldMkLst>
          <pc:docMk/>
          <pc:sldMk cId="3670104394" sldId="436"/>
        </pc:sldMkLst>
        <pc:spChg chg="mod">
          <ac:chgData name="Martin Siemienski Andersen" userId="3e5b9027-db81-4bdb-8ff3-173865797b46" providerId="ADAL" clId="{A879E5BA-015D-4BDE-A4A5-CAC6784E8017}" dt="2024-09-26T07:25:27.508" v="662" actId="20577"/>
          <ac:spMkLst>
            <pc:docMk/>
            <pc:sldMk cId="3670104394" sldId="436"/>
            <ac:spMk id="3" creationId="{C468E7BC-E538-44E7-95BF-F3C078018528}"/>
          </ac:spMkLst>
        </pc:spChg>
        <pc:spChg chg="mod">
          <ac:chgData name="Martin Siemienski Andersen" userId="3e5b9027-db81-4bdb-8ff3-173865797b46" providerId="ADAL" clId="{A879E5BA-015D-4BDE-A4A5-CAC6784E8017}" dt="2024-09-26T07:25:28.750" v="663" actId="20577"/>
          <ac:spMkLst>
            <pc:docMk/>
            <pc:sldMk cId="3670104394" sldId="436"/>
            <ac:spMk id="5" creationId="{44B0FF57-A40B-43F7-848F-A2852473DEB8}"/>
          </ac:spMkLst>
        </pc:spChg>
      </pc:sldChg>
      <pc:sldChg chg="ord">
        <pc:chgData name="Martin Siemienski Andersen" userId="3e5b9027-db81-4bdb-8ff3-173865797b46" providerId="ADAL" clId="{A879E5BA-015D-4BDE-A4A5-CAC6784E8017}" dt="2024-09-26T07:27:28.520" v="679"/>
        <pc:sldMkLst>
          <pc:docMk/>
          <pc:sldMk cId="1532256317" sldId="439"/>
        </pc:sldMkLst>
      </pc:sldChg>
      <pc:sldChg chg="modSp mod">
        <pc:chgData name="Martin Siemienski Andersen" userId="3e5b9027-db81-4bdb-8ff3-173865797b46" providerId="ADAL" clId="{A879E5BA-015D-4BDE-A4A5-CAC6784E8017}" dt="2024-09-26T07:25:21.741" v="661" actId="20577"/>
        <pc:sldMkLst>
          <pc:docMk/>
          <pc:sldMk cId="3971177495" sldId="446"/>
        </pc:sldMkLst>
        <pc:spChg chg="mod">
          <ac:chgData name="Martin Siemienski Andersen" userId="3e5b9027-db81-4bdb-8ff3-173865797b46" providerId="ADAL" clId="{A879E5BA-015D-4BDE-A4A5-CAC6784E8017}" dt="2024-09-26T07:25:19.685" v="660" actId="20577"/>
          <ac:spMkLst>
            <pc:docMk/>
            <pc:sldMk cId="3971177495" sldId="446"/>
            <ac:spMk id="3" creationId="{BFD12118-34A6-4066-ACB6-E8B16636C29C}"/>
          </ac:spMkLst>
        </pc:spChg>
        <pc:spChg chg="mod">
          <ac:chgData name="Martin Siemienski Andersen" userId="3e5b9027-db81-4bdb-8ff3-173865797b46" providerId="ADAL" clId="{A879E5BA-015D-4BDE-A4A5-CAC6784E8017}" dt="2024-09-26T07:25:21.741" v="661" actId="20577"/>
          <ac:spMkLst>
            <pc:docMk/>
            <pc:sldMk cId="3971177495" sldId="446"/>
            <ac:spMk id="18" creationId="{628E234F-4092-77B2-BCDF-916791DF4A5F}"/>
          </ac:spMkLst>
        </pc:spChg>
      </pc:sldChg>
      <pc:sldChg chg="addSp delSp modSp mod modAnim">
        <pc:chgData name="Martin Siemienski Andersen" userId="3e5b9027-db81-4bdb-8ff3-173865797b46" providerId="ADAL" clId="{A879E5BA-015D-4BDE-A4A5-CAC6784E8017}" dt="2024-09-26T07:04:22.558" v="120"/>
        <pc:sldMkLst>
          <pc:docMk/>
          <pc:sldMk cId="3385940249" sldId="447"/>
        </pc:sldMkLst>
        <pc:spChg chg="add del mod">
          <ac:chgData name="Martin Siemienski Andersen" userId="3e5b9027-db81-4bdb-8ff3-173865797b46" providerId="ADAL" clId="{A879E5BA-015D-4BDE-A4A5-CAC6784E8017}" dt="2024-09-26T07:01:44.557" v="33" actId="478"/>
          <ac:spMkLst>
            <pc:docMk/>
            <pc:sldMk cId="3385940249" sldId="447"/>
            <ac:spMk id="4" creationId="{648C8566-176E-3E55-09BF-F296AB8E9291}"/>
          </ac:spMkLst>
        </pc:spChg>
        <pc:spChg chg="mod">
          <ac:chgData name="Martin Siemienski Andersen" userId="3e5b9027-db81-4bdb-8ff3-173865797b46" providerId="ADAL" clId="{A879E5BA-015D-4BDE-A4A5-CAC6784E8017}" dt="2024-09-26T07:00:36.454" v="3"/>
          <ac:spMkLst>
            <pc:docMk/>
            <pc:sldMk cId="3385940249" sldId="447"/>
            <ac:spMk id="7" creationId="{C8F53708-E054-0233-0A92-A71E014FF092}"/>
          </ac:spMkLst>
        </pc:spChg>
        <pc:spChg chg="mod">
          <ac:chgData name="Martin Siemienski Andersen" userId="3e5b9027-db81-4bdb-8ff3-173865797b46" providerId="ADAL" clId="{A879E5BA-015D-4BDE-A4A5-CAC6784E8017}" dt="2024-09-26T07:03:37.115" v="108" actId="14100"/>
          <ac:spMkLst>
            <pc:docMk/>
            <pc:sldMk cId="3385940249" sldId="447"/>
            <ac:spMk id="8" creationId="{1A79917F-16A1-84DE-22E2-A2A37C812BD3}"/>
          </ac:spMkLst>
        </pc:spChg>
        <pc:spChg chg="add mod">
          <ac:chgData name="Martin Siemienski Andersen" userId="3e5b9027-db81-4bdb-8ff3-173865797b46" providerId="ADAL" clId="{A879E5BA-015D-4BDE-A4A5-CAC6784E8017}" dt="2024-09-26T07:03:42.747" v="110" actId="14100"/>
          <ac:spMkLst>
            <pc:docMk/>
            <pc:sldMk cId="3385940249" sldId="447"/>
            <ac:spMk id="17" creationId="{927CFE68-BBD7-FD6F-75F9-58C3ABE6218E}"/>
          </ac:spMkLst>
        </pc:spChg>
        <pc:spChg chg="add mod">
          <ac:chgData name="Martin Siemienski Andersen" userId="3e5b9027-db81-4bdb-8ff3-173865797b46" providerId="ADAL" clId="{A879E5BA-015D-4BDE-A4A5-CAC6784E8017}" dt="2024-09-26T07:03:45.492" v="111" actId="14100"/>
          <ac:spMkLst>
            <pc:docMk/>
            <pc:sldMk cId="3385940249" sldId="447"/>
            <ac:spMk id="19" creationId="{91ECD148-0983-FF83-F2EA-DEA162FA7E8A}"/>
          </ac:spMkLst>
        </pc:spChg>
        <pc:spChg chg="add mod">
          <ac:chgData name="Martin Siemienski Andersen" userId="3e5b9027-db81-4bdb-8ff3-173865797b46" providerId="ADAL" clId="{A879E5BA-015D-4BDE-A4A5-CAC6784E8017}" dt="2024-09-26T07:03:48.559" v="112" actId="14100"/>
          <ac:spMkLst>
            <pc:docMk/>
            <pc:sldMk cId="3385940249" sldId="447"/>
            <ac:spMk id="21" creationId="{41B84CF3-5CAD-F673-31C3-89927066ABAF}"/>
          </ac:spMkLst>
        </pc:spChg>
        <pc:picChg chg="mod">
          <ac:chgData name="Martin Siemienski Andersen" userId="3e5b9027-db81-4bdb-8ff3-173865797b46" providerId="ADAL" clId="{A879E5BA-015D-4BDE-A4A5-CAC6784E8017}" dt="2024-09-26T07:01:13.426" v="4" actId="1076"/>
          <ac:picMkLst>
            <pc:docMk/>
            <pc:sldMk cId="3385940249" sldId="447"/>
            <ac:picMk id="6" creationId="{31DF2FFC-5FB3-42B0-B3CB-D9D3783B4F67}"/>
          </ac:picMkLst>
        </pc:picChg>
        <pc:cxnChg chg="add del">
          <ac:chgData name="Martin Siemienski Andersen" userId="3e5b9027-db81-4bdb-8ff3-173865797b46" providerId="ADAL" clId="{A879E5BA-015D-4BDE-A4A5-CAC6784E8017}" dt="2024-09-26T07:02:03.542" v="54" actId="478"/>
          <ac:cxnSpMkLst>
            <pc:docMk/>
            <pc:sldMk cId="3385940249" sldId="447"/>
            <ac:cxnSpMk id="10" creationId="{78246376-096B-C666-D2F6-1A8004B960AC}"/>
          </ac:cxnSpMkLst>
        </pc:cxnChg>
        <pc:cxnChg chg="add mod">
          <ac:chgData name="Martin Siemienski Andersen" userId="3e5b9027-db81-4bdb-8ff3-173865797b46" providerId="ADAL" clId="{A879E5BA-015D-4BDE-A4A5-CAC6784E8017}" dt="2024-09-26T07:02:08.930" v="57" actId="14100"/>
          <ac:cxnSpMkLst>
            <pc:docMk/>
            <pc:sldMk cId="3385940249" sldId="447"/>
            <ac:cxnSpMk id="11" creationId="{17A0924C-2575-D85A-B72E-3F7CFA730335}"/>
          </ac:cxnSpMkLst>
        </pc:cxnChg>
        <pc:cxnChg chg="add mod">
          <ac:chgData name="Martin Siemienski Andersen" userId="3e5b9027-db81-4bdb-8ff3-173865797b46" providerId="ADAL" clId="{A879E5BA-015D-4BDE-A4A5-CAC6784E8017}" dt="2024-09-26T07:02:13.925" v="60" actId="14100"/>
          <ac:cxnSpMkLst>
            <pc:docMk/>
            <pc:sldMk cId="3385940249" sldId="447"/>
            <ac:cxnSpMk id="13" creationId="{B951020C-5467-70F2-8E97-D5E123C6AFC4}"/>
          </ac:cxnSpMkLst>
        </pc:cxnChg>
        <pc:cxnChg chg="add mod">
          <ac:chgData name="Martin Siemienski Andersen" userId="3e5b9027-db81-4bdb-8ff3-173865797b46" providerId="ADAL" clId="{A879E5BA-015D-4BDE-A4A5-CAC6784E8017}" dt="2024-09-26T07:02:44.389" v="95" actId="1076"/>
          <ac:cxnSpMkLst>
            <pc:docMk/>
            <pc:sldMk cId="3385940249" sldId="447"/>
            <ac:cxnSpMk id="15" creationId="{FF0C4440-4DC3-C377-94B0-109253CD6989}"/>
          </ac:cxnSpMkLst>
        </pc:cxnChg>
      </pc:sldChg>
      <pc:sldChg chg="modSp mod">
        <pc:chgData name="Martin Siemienski Andersen" userId="3e5b9027-db81-4bdb-8ff3-173865797b46" providerId="ADAL" clId="{A879E5BA-015D-4BDE-A4A5-CAC6784E8017}" dt="2024-09-26T07:10:24.165" v="384" actId="20577"/>
        <pc:sldMkLst>
          <pc:docMk/>
          <pc:sldMk cId="3835948799" sldId="448"/>
        </pc:sldMkLst>
        <pc:spChg chg="mod">
          <ac:chgData name="Martin Siemienski Andersen" userId="3e5b9027-db81-4bdb-8ff3-173865797b46" providerId="ADAL" clId="{A879E5BA-015D-4BDE-A4A5-CAC6784E8017}" dt="2024-09-26T07:10:24.165" v="384" actId="20577"/>
          <ac:spMkLst>
            <pc:docMk/>
            <pc:sldMk cId="3835948799" sldId="448"/>
            <ac:spMk id="7" creationId="{8DFBB73E-62B8-2765-9E27-38023154350E}"/>
          </ac:spMkLst>
        </pc:spChg>
      </pc:sldChg>
      <pc:sldChg chg="modSp mod">
        <pc:chgData name="Martin Siemienski Andersen" userId="3e5b9027-db81-4bdb-8ff3-173865797b46" providerId="ADAL" clId="{A879E5BA-015D-4BDE-A4A5-CAC6784E8017}" dt="2024-09-26T07:26:08.221" v="677" actId="13926"/>
        <pc:sldMkLst>
          <pc:docMk/>
          <pc:sldMk cId="4039443973" sldId="449"/>
        </pc:sldMkLst>
        <pc:spChg chg="mod">
          <ac:chgData name="Martin Siemienski Andersen" userId="3e5b9027-db81-4bdb-8ff3-173865797b46" providerId="ADAL" clId="{A879E5BA-015D-4BDE-A4A5-CAC6784E8017}" dt="2024-09-26T07:25:34.717" v="664" actId="20577"/>
          <ac:spMkLst>
            <pc:docMk/>
            <pc:sldMk cId="4039443973" sldId="449"/>
            <ac:spMk id="3" creationId="{75EEEDCE-8291-61AA-9F0E-0EB184B4B72E}"/>
          </ac:spMkLst>
        </pc:spChg>
        <pc:spChg chg="mod">
          <ac:chgData name="Martin Siemienski Andersen" userId="3e5b9027-db81-4bdb-8ff3-173865797b46" providerId="ADAL" clId="{A879E5BA-015D-4BDE-A4A5-CAC6784E8017}" dt="2024-09-26T07:26:08.221" v="677" actId="13926"/>
          <ac:spMkLst>
            <pc:docMk/>
            <pc:sldMk cId="4039443973" sldId="449"/>
            <ac:spMk id="4" creationId="{9CD14315-9C16-1C36-6B3A-9A3C80166925}"/>
          </ac:spMkLst>
        </pc:spChg>
      </pc:sldChg>
      <pc:sldChg chg="modSp mod">
        <pc:chgData name="Martin Siemienski Andersen" userId="3e5b9027-db81-4bdb-8ff3-173865797b46" providerId="ADAL" clId="{A879E5BA-015D-4BDE-A4A5-CAC6784E8017}" dt="2024-09-26T07:24:20.023" v="657" actId="20577"/>
        <pc:sldMkLst>
          <pc:docMk/>
          <pc:sldMk cId="821787710" sldId="619"/>
        </pc:sldMkLst>
        <pc:spChg chg="mod">
          <ac:chgData name="Martin Siemienski Andersen" userId="3e5b9027-db81-4bdb-8ff3-173865797b46" providerId="ADAL" clId="{A879E5BA-015D-4BDE-A4A5-CAC6784E8017}" dt="2024-09-26T07:24:13.758" v="653" actId="20577"/>
          <ac:spMkLst>
            <pc:docMk/>
            <pc:sldMk cId="821787710" sldId="619"/>
            <ac:spMk id="2" creationId="{A2481005-3FB5-5CC5-EC6F-8143720839D8}"/>
          </ac:spMkLst>
        </pc:spChg>
        <pc:spChg chg="mod">
          <ac:chgData name="Martin Siemienski Andersen" userId="3e5b9027-db81-4bdb-8ff3-173865797b46" providerId="ADAL" clId="{A879E5BA-015D-4BDE-A4A5-CAC6784E8017}" dt="2024-09-26T07:24:20.023" v="657" actId="20577"/>
          <ac:spMkLst>
            <pc:docMk/>
            <pc:sldMk cId="821787710" sldId="619"/>
            <ac:spMk id="4" creationId="{31735FCE-4809-1785-251A-5BBCE2534A2F}"/>
          </ac:spMkLst>
        </pc:spChg>
      </pc:sldChg>
      <pc:sldChg chg="modSp mod">
        <pc:chgData name="Martin Siemienski Andersen" userId="3e5b9027-db81-4bdb-8ff3-173865797b46" providerId="ADAL" clId="{A879E5BA-015D-4BDE-A4A5-CAC6784E8017}" dt="2024-09-26T07:24:03.166" v="649" actId="20577"/>
        <pc:sldMkLst>
          <pc:docMk/>
          <pc:sldMk cId="3643322683" sldId="620"/>
        </pc:sldMkLst>
        <pc:spChg chg="mod">
          <ac:chgData name="Martin Siemienski Andersen" userId="3e5b9027-db81-4bdb-8ff3-173865797b46" providerId="ADAL" clId="{A879E5BA-015D-4BDE-A4A5-CAC6784E8017}" dt="2024-09-26T07:23:56.326" v="648" actId="20577"/>
          <ac:spMkLst>
            <pc:docMk/>
            <pc:sldMk cId="3643322683" sldId="620"/>
            <ac:spMk id="2" creationId="{A2481005-3FB5-5CC5-EC6F-8143720839D8}"/>
          </ac:spMkLst>
        </pc:spChg>
        <pc:spChg chg="mod">
          <ac:chgData name="Martin Siemienski Andersen" userId="3e5b9027-db81-4bdb-8ff3-173865797b46" providerId="ADAL" clId="{A879E5BA-015D-4BDE-A4A5-CAC6784E8017}" dt="2024-09-26T07:24:03.166" v="649" actId="20577"/>
          <ac:spMkLst>
            <pc:docMk/>
            <pc:sldMk cId="3643322683" sldId="620"/>
            <ac:spMk id="4" creationId="{31735FCE-4809-1785-251A-5BBCE2534A2F}"/>
          </ac:spMkLst>
        </pc:spChg>
      </pc:sldChg>
      <pc:sldChg chg="modSp mod">
        <pc:chgData name="Martin Siemienski Andersen" userId="3e5b9027-db81-4bdb-8ff3-173865797b46" providerId="ADAL" clId="{A879E5BA-015D-4BDE-A4A5-CAC6784E8017}" dt="2024-09-26T07:24:26.729" v="659" actId="20577"/>
        <pc:sldMkLst>
          <pc:docMk/>
          <pc:sldMk cId="2932531935" sldId="621"/>
        </pc:sldMkLst>
        <pc:spChg chg="mod">
          <ac:chgData name="Martin Siemienski Andersen" userId="3e5b9027-db81-4bdb-8ff3-173865797b46" providerId="ADAL" clId="{A879E5BA-015D-4BDE-A4A5-CAC6784E8017}" dt="2024-09-26T07:24:10.257" v="652" actId="20577"/>
          <ac:spMkLst>
            <pc:docMk/>
            <pc:sldMk cId="2932531935" sldId="621"/>
            <ac:spMk id="2" creationId="{A2481005-3FB5-5CC5-EC6F-8143720839D8}"/>
          </ac:spMkLst>
        </pc:spChg>
        <pc:spChg chg="mod">
          <ac:chgData name="Martin Siemienski Andersen" userId="3e5b9027-db81-4bdb-8ff3-173865797b46" providerId="ADAL" clId="{A879E5BA-015D-4BDE-A4A5-CAC6784E8017}" dt="2024-09-26T07:24:26.729" v="659" actId="20577"/>
          <ac:spMkLst>
            <pc:docMk/>
            <pc:sldMk cId="2932531935" sldId="621"/>
            <ac:spMk id="4" creationId="{31735FCE-4809-1785-251A-5BBCE2534A2F}"/>
          </ac:spMkLst>
        </pc:spChg>
      </pc:sldChg>
      <pc:sldChg chg="del">
        <pc:chgData name="Martin Siemienski Andersen" userId="3e5b9027-db81-4bdb-8ff3-173865797b46" providerId="ADAL" clId="{A879E5BA-015D-4BDE-A4A5-CAC6784E8017}" dt="2024-09-26T07:15:06.394" v="513" actId="47"/>
        <pc:sldMkLst>
          <pc:docMk/>
          <pc:sldMk cId="3596878002" sldId="626"/>
        </pc:sldMkLst>
      </pc:sldChg>
      <pc:sldChg chg="addSp delSp modSp add mod">
        <pc:chgData name="Martin Siemienski Andersen" userId="3e5b9027-db81-4bdb-8ff3-173865797b46" providerId="ADAL" clId="{A879E5BA-015D-4BDE-A4A5-CAC6784E8017}" dt="2024-09-26T07:15:48.636" v="525" actId="13822"/>
        <pc:sldMkLst>
          <pc:docMk/>
          <pc:sldMk cId="2058504755" sldId="636"/>
        </pc:sldMkLst>
        <pc:spChg chg="add del mod">
          <ac:chgData name="Martin Siemienski Andersen" userId="3e5b9027-db81-4bdb-8ff3-173865797b46" providerId="ADAL" clId="{A879E5BA-015D-4BDE-A4A5-CAC6784E8017}" dt="2024-09-26T07:15:30.617" v="517" actId="478"/>
          <ac:spMkLst>
            <pc:docMk/>
            <pc:sldMk cId="2058504755" sldId="636"/>
            <ac:spMk id="4" creationId="{C4CF356D-6809-A0D2-640C-9C386840F189}"/>
          </ac:spMkLst>
        </pc:spChg>
        <pc:spChg chg="add mod">
          <ac:chgData name="Martin Siemienski Andersen" userId="3e5b9027-db81-4bdb-8ff3-173865797b46" providerId="ADAL" clId="{A879E5BA-015D-4BDE-A4A5-CAC6784E8017}" dt="2024-09-26T07:15:48.636" v="525" actId="13822"/>
          <ac:spMkLst>
            <pc:docMk/>
            <pc:sldMk cId="2058504755" sldId="636"/>
            <ac:spMk id="5" creationId="{9F276C05-AFEA-E01F-FF19-10811432DB58}"/>
          </ac:spMkLst>
        </pc:spChg>
        <pc:spChg chg="mod">
          <ac:chgData name="Martin Siemienski Andersen" userId="3e5b9027-db81-4bdb-8ff3-173865797b46" providerId="ADAL" clId="{A879E5BA-015D-4BDE-A4A5-CAC6784E8017}" dt="2024-09-26T07:15:02.260" v="512" actId="115"/>
          <ac:spMkLst>
            <pc:docMk/>
            <pc:sldMk cId="2058504755" sldId="636"/>
            <ac:spMk id="7" creationId="{8DFBB73E-62B8-2765-9E27-38023154350E}"/>
          </ac:spMkLst>
        </pc:spChg>
      </pc:sldChg>
      <pc:sldChg chg="addSp delSp modSp add mod chgLayout">
        <pc:chgData name="Martin Siemienski Andersen" userId="3e5b9027-db81-4bdb-8ff3-173865797b46" providerId="ADAL" clId="{A879E5BA-015D-4BDE-A4A5-CAC6784E8017}" dt="2024-09-26T07:37:09.868" v="734" actId="1076"/>
        <pc:sldMkLst>
          <pc:docMk/>
          <pc:sldMk cId="1193559599" sldId="637"/>
        </pc:sldMkLst>
        <pc:spChg chg="mod ord">
          <ac:chgData name="Martin Siemienski Andersen" userId="3e5b9027-db81-4bdb-8ff3-173865797b46" providerId="ADAL" clId="{A879E5BA-015D-4BDE-A4A5-CAC6784E8017}" dt="2024-09-26T07:35:18.243" v="684" actId="700"/>
          <ac:spMkLst>
            <pc:docMk/>
            <pc:sldMk cId="1193559599" sldId="637"/>
            <ac:spMk id="2" creationId="{91B9B70F-FD9F-4A05-AB56-33A995962F47}"/>
          </ac:spMkLst>
        </pc:spChg>
        <pc:spChg chg="mod ord">
          <ac:chgData name="Martin Siemienski Andersen" userId="3e5b9027-db81-4bdb-8ff3-173865797b46" providerId="ADAL" clId="{A879E5BA-015D-4BDE-A4A5-CAC6784E8017}" dt="2024-09-26T07:35:18.243" v="684" actId="700"/>
          <ac:spMkLst>
            <pc:docMk/>
            <pc:sldMk cId="1193559599" sldId="637"/>
            <ac:spMk id="3" creationId="{FA343854-B7C2-463A-B073-7929D2EFAC7F}"/>
          </ac:spMkLst>
        </pc:spChg>
        <pc:spChg chg="add del mod ord">
          <ac:chgData name="Martin Siemienski Andersen" userId="3e5b9027-db81-4bdb-8ff3-173865797b46" providerId="ADAL" clId="{A879E5BA-015D-4BDE-A4A5-CAC6784E8017}" dt="2024-09-26T07:35:30.873" v="690" actId="478"/>
          <ac:spMkLst>
            <pc:docMk/>
            <pc:sldMk cId="1193559599" sldId="637"/>
            <ac:spMk id="4" creationId="{3E0AFCDE-6282-DB16-DE13-6206E861ACB8}"/>
          </ac:spMkLst>
        </pc:spChg>
        <pc:spChg chg="del">
          <ac:chgData name="Martin Siemienski Andersen" userId="3e5b9027-db81-4bdb-8ff3-173865797b46" providerId="ADAL" clId="{A879E5BA-015D-4BDE-A4A5-CAC6784E8017}" dt="2024-09-26T07:35:19.252" v="685" actId="478"/>
          <ac:spMkLst>
            <pc:docMk/>
            <pc:sldMk cId="1193559599" sldId="637"/>
            <ac:spMk id="5" creationId="{9F276C05-AFEA-E01F-FF19-10811432DB58}"/>
          </ac:spMkLst>
        </pc:spChg>
        <pc:spChg chg="del mod">
          <ac:chgData name="Martin Siemienski Andersen" userId="3e5b9027-db81-4bdb-8ff3-173865797b46" providerId="ADAL" clId="{A879E5BA-015D-4BDE-A4A5-CAC6784E8017}" dt="2024-09-26T07:35:12.889" v="682" actId="478"/>
          <ac:spMkLst>
            <pc:docMk/>
            <pc:sldMk cId="1193559599" sldId="637"/>
            <ac:spMk id="7" creationId="{8DFBB73E-62B8-2765-9E27-38023154350E}"/>
          </ac:spMkLst>
        </pc:spChg>
        <pc:spChg chg="add mod">
          <ac:chgData name="Martin Siemienski Andersen" userId="3e5b9027-db81-4bdb-8ff3-173865797b46" providerId="ADAL" clId="{A879E5BA-015D-4BDE-A4A5-CAC6784E8017}" dt="2024-09-26T07:37:07.673" v="733" actId="1076"/>
          <ac:spMkLst>
            <pc:docMk/>
            <pc:sldMk cId="1193559599" sldId="637"/>
            <ac:spMk id="9" creationId="{DF2F7379-02D9-7516-436F-45086D20DD3D}"/>
          </ac:spMkLst>
        </pc:spChg>
        <pc:picChg chg="del">
          <ac:chgData name="Martin Siemienski Andersen" userId="3e5b9027-db81-4bdb-8ff3-173865797b46" providerId="ADAL" clId="{A879E5BA-015D-4BDE-A4A5-CAC6784E8017}" dt="2024-09-26T07:35:15.221" v="683" actId="478"/>
          <ac:picMkLst>
            <pc:docMk/>
            <pc:sldMk cId="1193559599" sldId="637"/>
            <ac:picMk id="6" creationId="{31DF2FFC-5FB3-42B0-B3CB-D9D3783B4F67}"/>
          </ac:picMkLst>
        </pc:picChg>
        <pc:picChg chg="add mod">
          <ac:chgData name="Martin Siemienski Andersen" userId="3e5b9027-db81-4bdb-8ff3-173865797b46" providerId="ADAL" clId="{A879E5BA-015D-4BDE-A4A5-CAC6784E8017}" dt="2024-09-26T07:37:09.868" v="734" actId="1076"/>
          <ac:picMkLst>
            <pc:docMk/>
            <pc:sldMk cId="1193559599" sldId="637"/>
            <ac:picMk id="11" creationId="{C836E2F7-AE1A-48BB-3D75-971E66AEC420}"/>
          </ac:picMkLst>
        </pc:picChg>
      </pc:sldChg>
    </pc:docChg>
  </pc:docChgLst>
  <pc:docChgLst>
    <pc:chgData name="Martin Siemienski Andersen" userId="3e5b9027-db81-4bdb-8ff3-173865797b46" providerId="ADAL" clId="{BC1B61D3-B780-4108-B414-923CADA19EAD}"/>
    <pc:docChg chg="undo custSel addSld delSld modSld modSection">
      <pc:chgData name="Martin Siemienski Andersen" userId="3e5b9027-db81-4bdb-8ff3-173865797b46" providerId="ADAL" clId="{BC1B61D3-B780-4108-B414-923CADA19EAD}" dt="2024-07-08T08:06:40.620" v="2970" actId="20577"/>
      <pc:docMkLst>
        <pc:docMk/>
      </pc:docMkLst>
      <pc:sldChg chg="modSp mod">
        <pc:chgData name="Martin Siemienski Andersen" userId="3e5b9027-db81-4bdb-8ff3-173865797b46" providerId="ADAL" clId="{BC1B61D3-B780-4108-B414-923CADA19EAD}" dt="2024-07-08T06:52:37.986" v="294" actId="114"/>
        <pc:sldMkLst>
          <pc:docMk/>
          <pc:sldMk cId="2966391475" sldId="403"/>
        </pc:sldMkLst>
        <pc:spChg chg="mod">
          <ac:chgData name="Martin Siemienski Andersen" userId="3e5b9027-db81-4bdb-8ff3-173865797b46" providerId="ADAL" clId="{BC1B61D3-B780-4108-B414-923CADA19EAD}" dt="2024-07-08T06:51:02.445" v="88" actId="20577"/>
          <ac:spMkLst>
            <pc:docMk/>
            <pc:sldMk cId="2966391475" sldId="403"/>
            <ac:spMk id="3" creationId="{88E36414-A8CE-43A1-8019-F61A2BDC8F4C}"/>
          </ac:spMkLst>
        </pc:spChg>
        <pc:spChg chg="mod">
          <ac:chgData name="Martin Siemienski Andersen" userId="3e5b9027-db81-4bdb-8ff3-173865797b46" providerId="ADAL" clId="{BC1B61D3-B780-4108-B414-923CADA19EAD}" dt="2024-07-08T06:52:37.986" v="294" actId="114"/>
          <ac:spMkLst>
            <pc:docMk/>
            <pc:sldMk cId="2966391475" sldId="403"/>
            <ac:spMk id="4" creationId="{189523A8-B756-442B-8171-8B151651F4EC}"/>
          </ac:spMkLst>
        </pc:spChg>
      </pc:sldChg>
      <pc:sldChg chg="modSp mod">
        <pc:chgData name="Martin Siemienski Andersen" userId="3e5b9027-db81-4bdb-8ff3-173865797b46" providerId="ADAL" clId="{BC1B61D3-B780-4108-B414-923CADA19EAD}" dt="2024-07-08T07:00:01.984" v="667" actId="20577"/>
        <pc:sldMkLst>
          <pc:docMk/>
          <pc:sldMk cId="3128787304" sldId="408"/>
        </pc:sldMkLst>
        <pc:spChg chg="mod">
          <ac:chgData name="Martin Siemienski Andersen" userId="3e5b9027-db81-4bdb-8ff3-173865797b46" providerId="ADAL" clId="{BC1B61D3-B780-4108-B414-923CADA19EAD}" dt="2024-07-08T07:00:01.984" v="667" actId="20577"/>
          <ac:spMkLst>
            <pc:docMk/>
            <pc:sldMk cId="3128787304" sldId="408"/>
            <ac:spMk id="12" creationId="{A7D138AD-D873-40F4-A721-7A90CFEE5308}"/>
          </ac:spMkLst>
        </pc:spChg>
      </pc:sldChg>
      <pc:sldChg chg="modSp mod">
        <pc:chgData name="Martin Siemienski Andersen" userId="3e5b9027-db81-4bdb-8ff3-173865797b46" providerId="ADAL" clId="{BC1B61D3-B780-4108-B414-923CADA19EAD}" dt="2024-07-08T07:12:54.752" v="998" actId="20577"/>
        <pc:sldMkLst>
          <pc:docMk/>
          <pc:sldMk cId="3757063567" sldId="414"/>
        </pc:sldMkLst>
        <pc:spChg chg="mod">
          <ac:chgData name="Martin Siemienski Andersen" userId="3e5b9027-db81-4bdb-8ff3-173865797b46" providerId="ADAL" clId="{BC1B61D3-B780-4108-B414-923CADA19EAD}" dt="2024-07-08T07:12:54.752" v="998" actId="20577"/>
          <ac:spMkLst>
            <pc:docMk/>
            <pc:sldMk cId="3757063567" sldId="414"/>
            <ac:spMk id="8" creationId="{254D62F6-C0DC-4724-B0F4-7DEA79423D70}"/>
          </ac:spMkLst>
        </pc:spChg>
      </pc:sldChg>
      <pc:sldChg chg="modSp mod">
        <pc:chgData name="Martin Siemienski Andersen" userId="3e5b9027-db81-4bdb-8ff3-173865797b46" providerId="ADAL" clId="{BC1B61D3-B780-4108-B414-923CADA19EAD}" dt="2024-07-08T07:12:27.080" v="990" actId="20577"/>
        <pc:sldMkLst>
          <pc:docMk/>
          <pc:sldMk cId="1989704884" sldId="415"/>
        </pc:sldMkLst>
        <pc:spChg chg="mod">
          <ac:chgData name="Martin Siemienski Andersen" userId="3e5b9027-db81-4bdb-8ff3-173865797b46" providerId="ADAL" clId="{BC1B61D3-B780-4108-B414-923CADA19EAD}" dt="2024-07-08T07:12:27.080" v="990" actId="20577"/>
          <ac:spMkLst>
            <pc:docMk/>
            <pc:sldMk cId="1989704884" sldId="415"/>
            <ac:spMk id="9" creationId="{C6BC9B17-ADD7-4779-AC1D-7F21D29D9739}"/>
          </ac:spMkLst>
        </pc:spChg>
      </pc:sldChg>
      <pc:sldChg chg="modSp mod">
        <pc:chgData name="Martin Siemienski Andersen" userId="3e5b9027-db81-4bdb-8ff3-173865797b46" providerId="ADAL" clId="{BC1B61D3-B780-4108-B414-923CADA19EAD}" dt="2024-07-08T07:39:16.846" v="1526" actId="20577"/>
        <pc:sldMkLst>
          <pc:docMk/>
          <pc:sldMk cId="1684547044" sldId="417"/>
        </pc:sldMkLst>
        <pc:spChg chg="mod">
          <ac:chgData name="Martin Siemienski Andersen" userId="3e5b9027-db81-4bdb-8ff3-173865797b46" providerId="ADAL" clId="{BC1B61D3-B780-4108-B414-923CADA19EAD}" dt="2024-07-08T07:39:16.846" v="1526" actId="20577"/>
          <ac:spMkLst>
            <pc:docMk/>
            <pc:sldMk cId="1684547044" sldId="417"/>
            <ac:spMk id="10" creationId="{59736BE8-A981-4C28-B774-AA5300F9F245}"/>
          </ac:spMkLst>
        </pc:spChg>
      </pc:sldChg>
      <pc:sldChg chg="modSp mod">
        <pc:chgData name="Martin Siemienski Andersen" userId="3e5b9027-db81-4bdb-8ff3-173865797b46" providerId="ADAL" clId="{BC1B61D3-B780-4108-B414-923CADA19EAD}" dt="2024-07-08T07:47:02.306" v="1548" actId="6549"/>
        <pc:sldMkLst>
          <pc:docMk/>
          <pc:sldMk cId="3138086822" sldId="418"/>
        </pc:sldMkLst>
        <pc:spChg chg="mod">
          <ac:chgData name="Martin Siemienski Andersen" userId="3e5b9027-db81-4bdb-8ff3-173865797b46" providerId="ADAL" clId="{BC1B61D3-B780-4108-B414-923CADA19EAD}" dt="2024-07-08T07:47:02.306" v="1548" actId="6549"/>
          <ac:spMkLst>
            <pc:docMk/>
            <pc:sldMk cId="3138086822" sldId="418"/>
            <ac:spMk id="14" creationId="{C510EA56-3951-4A73-A8E6-DB9656B355CE}"/>
          </ac:spMkLst>
        </pc:spChg>
      </pc:sldChg>
      <pc:sldChg chg="modSp mod">
        <pc:chgData name="Martin Siemienski Andersen" userId="3e5b9027-db81-4bdb-8ff3-173865797b46" providerId="ADAL" clId="{BC1B61D3-B780-4108-B414-923CADA19EAD}" dt="2024-07-08T08:05:22.787" v="2918" actId="1076"/>
        <pc:sldMkLst>
          <pc:docMk/>
          <pc:sldMk cId="2895886679" sldId="427"/>
        </pc:sldMkLst>
        <pc:spChg chg="mod">
          <ac:chgData name="Martin Siemienski Andersen" userId="3e5b9027-db81-4bdb-8ff3-173865797b46" providerId="ADAL" clId="{BC1B61D3-B780-4108-B414-923CADA19EAD}" dt="2024-07-08T08:05:17.210" v="2916" actId="20577"/>
          <ac:spMkLst>
            <pc:docMk/>
            <pc:sldMk cId="2895886679" sldId="427"/>
            <ac:spMk id="4" creationId="{F1064154-A3F1-4574-90EC-2D14CA6CFF7D}"/>
          </ac:spMkLst>
        </pc:spChg>
        <pc:spChg chg="mod">
          <ac:chgData name="Martin Siemienski Andersen" userId="3e5b9027-db81-4bdb-8ff3-173865797b46" providerId="ADAL" clId="{BC1B61D3-B780-4108-B414-923CADA19EAD}" dt="2024-07-08T08:05:20.351" v="2917" actId="1076"/>
          <ac:spMkLst>
            <pc:docMk/>
            <pc:sldMk cId="2895886679" sldId="427"/>
            <ac:spMk id="6" creationId="{584E1546-6782-4057-8F25-BEEB87C944DD}"/>
          </ac:spMkLst>
        </pc:spChg>
        <pc:picChg chg="mod">
          <ac:chgData name="Martin Siemienski Andersen" userId="3e5b9027-db81-4bdb-8ff3-173865797b46" providerId="ADAL" clId="{BC1B61D3-B780-4108-B414-923CADA19EAD}" dt="2024-07-08T08:05:22.787" v="2918" actId="1076"/>
          <ac:picMkLst>
            <pc:docMk/>
            <pc:sldMk cId="2895886679" sldId="427"/>
            <ac:picMk id="7" creationId="{A7524AF6-C68C-4B11-B8D7-56B8F75F954B}"/>
          </ac:picMkLst>
        </pc:picChg>
      </pc:sldChg>
      <pc:sldChg chg="modSp mod">
        <pc:chgData name="Martin Siemienski Andersen" userId="3e5b9027-db81-4bdb-8ff3-173865797b46" providerId="ADAL" clId="{BC1B61D3-B780-4108-B414-923CADA19EAD}" dt="2024-07-08T08:06:40.620" v="2970" actId="20577"/>
        <pc:sldMkLst>
          <pc:docMk/>
          <pc:sldMk cId="4218932843" sldId="435"/>
        </pc:sldMkLst>
        <pc:spChg chg="mod">
          <ac:chgData name="Martin Siemienski Andersen" userId="3e5b9027-db81-4bdb-8ff3-173865797b46" providerId="ADAL" clId="{BC1B61D3-B780-4108-B414-923CADA19EAD}" dt="2024-07-08T08:06:40.620" v="2970" actId="20577"/>
          <ac:spMkLst>
            <pc:docMk/>
            <pc:sldMk cId="4218932843" sldId="435"/>
            <ac:spMk id="4" creationId="{8B3912D4-C769-1539-BAF4-0DF050A68F0F}"/>
          </ac:spMkLst>
        </pc:spChg>
        <pc:graphicFrameChg chg="mod">
          <ac:chgData name="Martin Siemienski Andersen" userId="3e5b9027-db81-4bdb-8ff3-173865797b46" providerId="ADAL" clId="{BC1B61D3-B780-4108-B414-923CADA19EAD}" dt="2024-07-08T08:06:22.064" v="2937" actId="1076"/>
          <ac:graphicFrameMkLst>
            <pc:docMk/>
            <pc:sldMk cId="4218932843" sldId="435"/>
            <ac:graphicFrameMk id="5" creationId="{1ED798FD-CED7-981B-21EB-EC585A57DF8F}"/>
          </ac:graphicFrameMkLst>
        </pc:graphicFrameChg>
      </pc:sldChg>
      <pc:sldChg chg="modSp mod">
        <pc:chgData name="Martin Siemienski Andersen" userId="3e5b9027-db81-4bdb-8ff3-173865797b46" providerId="ADAL" clId="{BC1B61D3-B780-4108-B414-923CADA19EAD}" dt="2024-07-08T07:16:43.394" v="1301" actId="20577"/>
        <pc:sldMkLst>
          <pc:docMk/>
          <pc:sldMk cId="3670104394" sldId="436"/>
        </pc:sldMkLst>
        <pc:spChg chg="mod">
          <ac:chgData name="Martin Siemienski Andersen" userId="3e5b9027-db81-4bdb-8ff3-173865797b46" providerId="ADAL" clId="{BC1B61D3-B780-4108-B414-923CADA19EAD}" dt="2024-07-08T07:16:43.394" v="1301" actId="20577"/>
          <ac:spMkLst>
            <pc:docMk/>
            <pc:sldMk cId="3670104394" sldId="436"/>
            <ac:spMk id="5" creationId="{44B0FF57-A40B-43F7-848F-A2852473DEB8}"/>
          </ac:spMkLst>
        </pc:spChg>
      </pc:sldChg>
      <pc:sldChg chg="modSp mod">
        <pc:chgData name="Martin Siemienski Andersen" userId="3e5b9027-db81-4bdb-8ff3-173865797b46" providerId="ADAL" clId="{BC1B61D3-B780-4108-B414-923CADA19EAD}" dt="2024-07-08T07:54:23.079" v="1741" actId="27636"/>
        <pc:sldMkLst>
          <pc:docMk/>
          <pc:sldMk cId="3315366021" sldId="437"/>
        </pc:sldMkLst>
        <pc:spChg chg="mod">
          <ac:chgData name="Martin Siemienski Andersen" userId="3e5b9027-db81-4bdb-8ff3-173865797b46" providerId="ADAL" clId="{BC1B61D3-B780-4108-B414-923CADA19EAD}" dt="2024-07-08T07:54:23.079" v="1741" actId="27636"/>
          <ac:spMkLst>
            <pc:docMk/>
            <pc:sldMk cId="3315366021" sldId="437"/>
            <ac:spMk id="4" creationId="{26371522-0A25-4D52-557E-9010762317EF}"/>
          </ac:spMkLst>
        </pc:spChg>
      </pc:sldChg>
      <pc:sldChg chg="modSp mod">
        <pc:chgData name="Martin Siemienski Andersen" userId="3e5b9027-db81-4bdb-8ff3-173865797b46" providerId="ADAL" clId="{BC1B61D3-B780-4108-B414-923CADA19EAD}" dt="2024-07-08T07:07:32.308" v="940" actId="207"/>
        <pc:sldMkLst>
          <pc:docMk/>
          <pc:sldMk cId="1532256317" sldId="439"/>
        </pc:sldMkLst>
        <pc:spChg chg="mod">
          <ac:chgData name="Martin Siemienski Andersen" userId="3e5b9027-db81-4bdb-8ff3-173865797b46" providerId="ADAL" clId="{BC1B61D3-B780-4108-B414-923CADA19EAD}" dt="2024-07-08T07:07:32.308" v="940" actId="207"/>
          <ac:spMkLst>
            <pc:docMk/>
            <pc:sldMk cId="1532256317" sldId="439"/>
            <ac:spMk id="6" creationId="{97D5A4CA-D2B2-DCBE-A010-AC4311530C5B}"/>
          </ac:spMkLst>
        </pc:spChg>
      </pc:sldChg>
      <pc:sldChg chg="modSp mod">
        <pc:chgData name="Martin Siemienski Andersen" userId="3e5b9027-db81-4bdb-8ff3-173865797b46" providerId="ADAL" clId="{BC1B61D3-B780-4108-B414-923CADA19EAD}" dt="2024-07-08T07:07:25.019" v="939" actId="207"/>
        <pc:sldMkLst>
          <pc:docMk/>
          <pc:sldMk cId="1199953443" sldId="440"/>
        </pc:sldMkLst>
        <pc:spChg chg="mod">
          <ac:chgData name="Martin Siemienski Andersen" userId="3e5b9027-db81-4bdb-8ff3-173865797b46" providerId="ADAL" clId="{BC1B61D3-B780-4108-B414-923CADA19EAD}" dt="2024-07-08T06:55:18.525" v="505" actId="20577"/>
          <ac:spMkLst>
            <pc:docMk/>
            <pc:sldMk cId="1199953443" sldId="440"/>
            <ac:spMk id="3" creationId="{A80E2DB1-358A-650F-92B3-3FA7C037F8CD}"/>
          </ac:spMkLst>
        </pc:spChg>
        <pc:spChg chg="mod">
          <ac:chgData name="Martin Siemienski Andersen" userId="3e5b9027-db81-4bdb-8ff3-173865797b46" providerId="ADAL" clId="{BC1B61D3-B780-4108-B414-923CADA19EAD}" dt="2024-07-08T07:07:25.019" v="939" actId="207"/>
          <ac:spMkLst>
            <pc:docMk/>
            <pc:sldMk cId="1199953443" sldId="440"/>
            <ac:spMk id="9" creationId="{700A40B9-D5C2-D437-7991-A99D85444450}"/>
          </ac:spMkLst>
        </pc:spChg>
      </pc:sldChg>
      <pc:sldChg chg="modSp mod">
        <pc:chgData name="Martin Siemienski Andersen" userId="3e5b9027-db81-4bdb-8ff3-173865797b46" providerId="ADAL" clId="{BC1B61D3-B780-4108-B414-923CADA19EAD}" dt="2024-07-08T07:07:12.497" v="938" actId="207"/>
        <pc:sldMkLst>
          <pc:docMk/>
          <pc:sldMk cId="1972479243" sldId="442"/>
        </pc:sldMkLst>
        <pc:spChg chg="mod">
          <ac:chgData name="Martin Siemienski Andersen" userId="3e5b9027-db81-4bdb-8ff3-173865797b46" providerId="ADAL" clId="{BC1B61D3-B780-4108-B414-923CADA19EAD}" dt="2024-07-08T07:07:12.497" v="938" actId="207"/>
          <ac:spMkLst>
            <pc:docMk/>
            <pc:sldMk cId="1972479243" sldId="442"/>
            <ac:spMk id="9" creationId="{700A40B9-D5C2-D437-7991-A99D85444450}"/>
          </ac:spMkLst>
        </pc:spChg>
        <pc:spChg chg="mod">
          <ac:chgData name="Martin Siemienski Andersen" userId="3e5b9027-db81-4bdb-8ff3-173865797b46" providerId="ADAL" clId="{BC1B61D3-B780-4108-B414-923CADA19EAD}" dt="2024-07-08T07:00:30.877" v="674" actId="6549"/>
          <ac:spMkLst>
            <pc:docMk/>
            <pc:sldMk cId="1972479243" sldId="442"/>
            <ac:spMk id="14" creationId="{70321D9B-26CE-7008-8BD8-46B5ADD83A8D}"/>
          </ac:spMkLst>
        </pc:spChg>
      </pc:sldChg>
      <pc:sldChg chg="modSp mod">
        <pc:chgData name="Martin Siemienski Andersen" userId="3e5b9027-db81-4bdb-8ff3-173865797b46" providerId="ADAL" clId="{BC1B61D3-B780-4108-B414-923CADA19EAD}" dt="2024-07-08T07:41:59.950" v="1537" actId="6549"/>
        <pc:sldMkLst>
          <pc:docMk/>
          <pc:sldMk cId="3971177495" sldId="446"/>
        </pc:sldMkLst>
        <pc:spChg chg="mod">
          <ac:chgData name="Martin Siemienski Andersen" userId="3e5b9027-db81-4bdb-8ff3-173865797b46" providerId="ADAL" clId="{BC1B61D3-B780-4108-B414-923CADA19EAD}" dt="2024-07-08T07:41:59.950" v="1537" actId="6549"/>
          <ac:spMkLst>
            <pc:docMk/>
            <pc:sldMk cId="3971177495" sldId="446"/>
            <ac:spMk id="9" creationId="{2738CC16-F911-128A-BEAA-16A4D79A8ECD}"/>
          </ac:spMkLst>
        </pc:spChg>
        <pc:spChg chg="mod">
          <ac:chgData name="Martin Siemienski Andersen" userId="3e5b9027-db81-4bdb-8ff3-173865797b46" providerId="ADAL" clId="{BC1B61D3-B780-4108-B414-923CADA19EAD}" dt="2024-07-08T07:41:25.579" v="1534" actId="20577"/>
          <ac:spMkLst>
            <pc:docMk/>
            <pc:sldMk cId="3971177495" sldId="446"/>
            <ac:spMk id="18" creationId="{628E234F-4092-77B2-BCDF-916791DF4A5F}"/>
          </ac:spMkLst>
        </pc:spChg>
      </pc:sldChg>
      <pc:sldChg chg="addSp modSp mod">
        <pc:chgData name="Martin Siemienski Andersen" userId="3e5b9027-db81-4bdb-8ff3-173865797b46" providerId="ADAL" clId="{BC1B61D3-B780-4108-B414-923CADA19EAD}" dt="2024-07-08T06:48:37.816" v="39" actId="1076"/>
        <pc:sldMkLst>
          <pc:docMk/>
          <pc:sldMk cId="3385940249" sldId="447"/>
        </pc:sldMkLst>
        <pc:spChg chg="mod">
          <ac:chgData name="Martin Siemienski Andersen" userId="3e5b9027-db81-4bdb-8ff3-173865797b46" providerId="ADAL" clId="{BC1B61D3-B780-4108-B414-923CADA19EAD}" dt="2024-07-08T06:46:52.723" v="0" actId="14100"/>
          <ac:spMkLst>
            <pc:docMk/>
            <pc:sldMk cId="3385940249" sldId="447"/>
            <ac:spMk id="7" creationId="{C8F53708-E054-0233-0A92-A71E014FF092}"/>
          </ac:spMkLst>
        </pc:spChg>
        <pc:spChg chg="add mod">
          <ac:chgData name="Martin Siemienski Andersen" userId="3e5b9027-db81-4bdb-8ff3-173865797b46" providerId="ADAL" clId="{BC1B61D3-B780-4108-B414-923CADA19EAD}" dt="2024-07-08T06:48:37.816" v="39" actId="1076"/>
          <ac:spMkLst>
            <pc:docMk/>
            <pc:sldMk cId="3385940249" sldId="447"/>
            <ac:spMk id="8" creationId="{1A79917F-16A1-84DE-22E2-A2A37C812BD3}"/>
          </ac:spMkLst>
        </pc:spChg>
        <pc:cxnChg chg="add mod">
          <ac:chgData name="Martin Siemienski Andersen" userId="3e5b9027-db81-4bdb-8ff3-173865797b46" providerId="ADAL" clId="{BC1B61D3-B780-4108-B414-923CADA19EAD}" dt="2024-07-08T06:47:43.440" v="2" actId="17032"/>
          <ac:cxnSpMkLst>
            <pc:docMk/>
            <pc:sldMk cId="3385940249" sldId="447"/>
            <ac:cxnSpMk id="5" creationId="{D2A69921-DB0E-FF69-CF0A-5B7D6066FABD}"/>
          </ac:cxnSpMkLst>
        </pc:cxnChg>
      </pc:sldChg>
      <pc:sldChg chg="modSp mod">
        <pc:chgData name="Martin Siemienski Andersen" userId="3e5b9027-db81-4bdb-8ff3-173865797b46" providerId="ADAL" clId="{BC1B61D3-B780-4108-B414-923CADA19EAD}" dt="2024-07-08T06:50:24.095" v="54" actId="113"/>
        <pc:sldMkLst>
          <pc:docMk/>
          <pc:sldMk cId="3835948799" sldId="448"/>
        </pc:sldMkLst>
        <pc:spChg chg="mod">
          <ac:chgData name="Martin Siemienski Andersen" userId="3e5b9027-db81-4bdb-8ff3-173865797b46" providerId="ADAL" clId="{BC1B61D3-B780-4108-B414-923CADA19EAD}" dt="2024-07-08T06:50:24.095" v="54" actId="113"/>
          <ac:spMkLst>
            <pc:docMk/>
            <pc:sldMk cId="3835948799" sldId="448"/>
            <ac:spMk id="7" creationId="{8DFBB73E-62B8-2765-9E27-38023154350E}"/>
          </ac:spMkLst>
        </pc:spChg>
      </pc:sldChg>
      <pc:sldChg chg="modSp mod">
        <pc:chgData name="Martin Siemienski Andersen" userId="3e5b9027-db81-4bdb-8ff3-173865797b46" providerId="ADAL" clId="{BC1B61D3-B780-4108-B414-923CADA19EAD}" dt="2024-07-08T06:54:10.703" v="502" actId="20577"/>
        <pc:sldMkLst>
          <pc:docMk/>
          <pc:sldMk cId="4039443973" sldId="449"/>
        </pc:sldMkLst>
        <pc:spChg chg="mod">
          <ac:chgData name="Martin Siemienski Andersen" userId="3e5b9027-db81-4bdb-8ff3-173865797b46" providerId="ADAL" clId="{BC1B61D3-B780-4108-B414-923CADA19EAD}" dt="2024-07-08T06:54:10.703" v="502" actId="20577"/>
          <ac:spMkLst>
            <pc:docMk/>
            <pc:sldMk cId="4039443973" sldId="449"/>
            <ac:spMk id="4" creationId="{9CD14315-9C16-1C36-6B3A-9A3C80166925}"/>
          </ac:spMkLst>
        </pc:spChg>
      </pc:sldChg>
      <pc:sldChg chg="modSp del mod">
        <pc:chgData name="Martin Siemienski Andersen" userId="3e5b9027-db81-4bdb-8ff3-173865797b46" providerId="ADAL" clId="{BC1B61D3-B780-4108-B414-923CADA19EAD}" dt="2024-07-08T07:00:10.861" v="668" actId="2696"/>
        <pc:sldMkLst>
          <pc:docMk/>
          <pc:sldMk cId="1789612739" sldId="450"/>
        </pc:sldMkLst>
        <pc:spChg chg="mod">
          <ac:chgData name="Martin Siemienski Andersen" userId="3e5b9027-db81-4bdb-8ff3-173865797b46" providerId="ADAL" clId="{BC1B61D3-B780-4108-B414-923CADA19EAD}" dt="2024-07-08T06:59:32.314" v="651" actId="20577"/>
          <ac:spMkLst>
            <pc:docMk/>
            <pc:sldMk cId="1789612739" sldId="450"/>
            <ac:spMk id="9" creationId="{700A40B9-D5C2-D437-7991-A99D85444450}"/>
          </ac:spMkLst>
        </pc:spChg>
      </pc:sldChg>
      <pc:sldChg chg="modSp mod">
        <pc:chgData name="Martin Siemienski Andersen" userId="3e5b9027-db81-4bdb-8ff3-173865797b46" providerId="ADAL" clId="{BC1B61D3-B780-4108-B414-923CADA19EAD}" dt="2024-07-08T07:49:58.137" v="1574" actId="20577"/>
        <pc:sldMkLst>
          <pc:docMk/>
          <pc:sldMk cId="821787710" sldId="619"/>
        </pc:sldMkLst>
        <pc:spChg chg="mod">
          <ac:chgData name="Martin Siemienski Andersen" userId="3e5b9027-db81-4bdb-8ff3-173865797b46" providerId="ADAL" clId="{BC1B61D3-B780-4108-B414-923CADA19EAD}" dt="2024-07-08T07:49:58.137" v="1574" actId="20577"/>
          <ac:spMkLst>
            <pc:docMk/>
            <pc:sldMk cId="821787710" sldId="619"/>
            <ac:spMk id="2" creationId="{A2481005-3FB5-5CC5-EC6F-8143720839D8}"/>
          </ac:spMkLst>
        </pc:spChg>
        <pc:spChg chg="mod">
          <ac:chgData name="Martin Siemienski Andersen" userId="3e5b9027-db81-4bdb-8ff3-173865797b46" providerId="ADAL" clId="{BC1B61D3-B780-4108-B414-923CADA19EAD}" dt="2024-07-08T07:49:41.980" v="1570" actId="20577"/>
          <ac:spMkLst>
            <pc:docMk/>
            <pc:sldMk cId="821787710" sldId="619"/>
            <ac:spMk id="4" creationId="{31735FCE-4809-1785-251A-5BBCE2534A2F}"/>
          </ac:spMkLst>
        </pc:spChg>
      </pc:sldChg>
      <pc:sldChg chg="modSp mod">
        <pc:chgData name="Martin Siemienski Andersen" userId="3e5b9027-db81-4bdb-8ff3-173865797b46" providerId="ADAL" clId="{BC1B61D3-B780-4108-B414-923CADA19EAD}" dt="2024-07-08T07:52:15.885" v="1644" actId="27636"/>
        <pc:sldMkLst>
          <pc:docMk/>
          <pc:sldMk cId="3643322683" sldId="620"/>
        </pc:sldMkLst>
        <pc:spChg chg="mod">
          <ac:chgData name="Martin Siemienski Andersen" userId="3e5b9027-db81-4bdb-8ff3-173865797b46" providerId="ADAL" clId="{BC1B61D3-B780-4108-B414-923CADA19EAD}" dt="2024-07-08T07:50:26.959" v="1608" actId="20577"/>
          <ac:spMkLst>
            <pc:docMk/>
            <pc:sldMk cId="3643322683" sldId="620"/>
            <ac:spMk id="2" creationId="{A2481005-3FB5-5CC5-EC6F-8143720839D8}"/>
          </ac:spMkLst>
        </pc:spChg>
        <pc:spChg chg="mod">
          <ac:chgData name="Martin Siemienski Andersen" userId="3e5b9027-db81-4bdb-8ff3-173865797b46" providerId="ADAL" clId="{BC1B61D3-B780-4108-B414-923CADA19EAD}" dt="2024-07-08T07:52:15.885" v="1644" actId="27636"/>
          <ac:spMkLst>
            <pc:docMk/>
            <pc:sldMk cId="3643322683" sldId="620"/>
            <ac:spMk id="4" creationId="{31735FCE-4809-1785-251A-5BBCE2534A2F}"/>
          </ac:spMkLst>
        </pc:spChg>
      </pc:sldChg>
      <pc:sldChg chg="modSp mod">
        <pc:chgData name="Martin Siemienski Andersen" userId="3e5b9027-db81-4bdb-8ff3-173865797b46" providerId="ADAL" clId="{BC1B61D3-B780-4108-B414-923CADA19EAD}" dt="2024-07-08T07:50:03.683" v="1585" actId="20577"/>
        <pc:sldMkLst>
          <pc:docMk/>
          <pc:sldMk cId="2932531935" sldId="621"/>
        </pc:sldMkLst>
        <pc:spChg chg="mod">
          <ac:chgData name="Martin Siemienski Andersen" userId="3e5b9027-db81-4bdb-8ff3-173865797b46" providerId="ADAL" clId="{BC1B61D3-B780-4108-B414-923CADA19EAD}" dt="2024-07-08T07:50:03.683" v="1585" actId="20577"/>
          <ac:spMkLst>
            <pc:docMk/>
            <pc:sldMk cId="2932531935" sldId="621"/>
            <ac:spMk id="2" creationId="{A2481005-3FB5-5CC5-EC6F-8143720839D8}"/>
          </ac:spMkLst>
        </pc:spChg>
        <pc:spChg chg="mod">
          <ac:chgData name="Martin Siemienski Andersen" userId="3e5b9027-db81-4bdb-8ff3-173865797b46" providerId="ADAL" clId="{BC1B61D3-B780-4108-B414-923CADA19EAD}" dt="2024-07-08T07:49:23.672" v="1562" actId="255"/>
          <ac:spMkLst>
            <pc:docMk/>
            <pc:sldMk cId="2932531935" sldId="621"/>
            <ac:spMk id="4" creationId="{31735FCE-4809-1785-251A-5BBCE2534A2F}"/>
          </ac:spMkLst>
        </pc:spChg>
      </pc:sldChg>
      <pc:sldChg chg="modSp mod">
        <pc:chgData name="Martin Siemienski Andersen" userId="3e5b9027-db81-4bdb-8ff3-173865797b46" providerId="ADAL" clId="{BC1B61D3-B780-4108-B414-923CADA19EAD}" dt="2024-07-08T07:39:57.530" v="1531" actId="207"/>
        <pc:sldMkLst>
          <pc:docMk/>
          <pc:sldMk cId="1068601767" sldId="623"/>
        </pc:sldMkLst>
        <pc:spChg chg="mod">
          <ac:chgData name="Martin Siemienski Andersen" userId="3e5b9027-db81-4bdb-8ff3-173865797b46" providerId="ADAL" clId="{BC1B61D3-B780-4108-B414-923CADA19EAD}" dt="2024-07-08T07:39:57.530" v="1531" actId="207"/>
          <ac:spMkLst>
            <pc:docMk/>
            <pc:sldMk cId="1068601767" sldId="623"/>
            <ac:spMk id="4" creationId="{FFF040F5-91B0-275D-ACA6-D63860340779}"/>
          </ac:spMkLst>
        </pc:spChg>
      </pc:sldChg>
      <pc:sldChg chg="modSp mod">
        <pc:chgData name="Martin Siemienski Andersen" userId="3e5b9027-db81-4bdb-8ff3-173865797b46" providerId="ADAL" clId="{BC1B61D3-B780-4108-B414-923CADA19EAD}" dt="2024-07-08T07:47:41.015" v="1549" actId="12"/>
        <pc:sldMkLst>
          <pc:docMk/>
          <pc:sldMk cId="3023318039" sldId="627"/>
        </pc:sldMkLst>
        <pc:spChg chg="mod">
          <ac:chgData name="Martin Siemienski Andersen" userId="3e5b9027-db81-4bdb-8ff3-173865797b46" providerId="ADAL" clId="{BC1B61D3-B780-4108-B414-923CADA19EAD}" dt="2024-07-08T07:47:41.015" v="1549" actId="12"/>
          <ac:spMkLst>
            <pc:docMk/>
            <pc:sldMk cId="3023318039" sldId="627"/>
            <ac:spMk id="6" creationId="{6DEA8C4F-55FD-5115-9798-3E2006D278A8}"/>
          </ac:spMkLst>
        </pc:spChg>
      </pc:sldChg>
      <pc:sldChg chg="modSp mod">
        <pc:chgData name="Martin Siemienski Andersen" userId="3e5b9027-db81-4bdb-8ff3-173865797b46" providerId="ADAL" clId="{BC1B61D3-B780-4108-B414-923CADA19EAD}" dt="2024-07-08T07:48:13.342" v="1550" actId="207"/>
        <pc:sldMkLst>
          <pc:docMk/>
          <pc:sldMk cId="2669171902" sldId="633"/>
        </pc:sldMkLst>
        <pc:spChg chg="mod">
          <ac:chgData name="Martin Siemienski Andersen" userId="3e5b9027-db81-4bdb-8ff3-173865797b46" providerId="ADAL" clId="{BC1B61D3-B780-4108-B414-923CADA19EAD}" dt="2024-07-08T07:48:13.342" v="1550" actId="207"/>
          <ac:spMkLst>
            <pc:docMk/>
            <pc:sldMk cId="2669171902" sldId="633"/>
            <ac:spMk id="9" creationId="{C6BC9B17-ADD7-4779-AC1D-7F21D29D9739}"/>
          </ac:spMkLst>
        </pc:spChg>
      </pc:sldChg>
      <pc:sldChg chg="modSp mod">
        <pc:chgData name="Martin Siemienski Andersen" userId="3e5b9027-db81-4bdb-8ff3-173865797b46" providerId="ADAL" clId="{BC1B61D3-B780-4108-B414-923CADA19EAD}" dt="2024-07-08T07:48:52.022" v="1558" actId="20577"/>
        <pc:sldMkLst>
          <pc:docMk/>
          <pc:sldMk cId="309470579" sldId="634"/>
        </pc:sldMkLst>
        <pc:spChg chg="mod">
          <ac:chgData name="Martin Siemienski Andersen" userId="3e5b9027-db81-4bdb-8ff3-173865797b46" providerId="ADAL" clId="{BC1B61D3-B780-4108-B414-923CADA19EAD}" dt="2024-07-08T07:48:52.022" v="1558" actId="20577"/>
          <ac:spMkLst>
            <pc:docMk/>
            <pc:sldMk cId="309470579" sldId="634"/>
            <ac:spMk id="4" creationId="{CD6D9208-9857-5CD9-2FB5-C3112A8AB804}"/>
          </ac:spMkLst>
        </pc:spChg>
      </pc:sldChg>
      <pc:sldChg chg="addSp delSp modSp new mod">
        <pc:chgData name="Martin Siemienski Andersen" userId="3e5b9027-db81-4bdb-8ff3-173865797b46" providerId="ADAL" clId="{BC1B61D3-B780-4108-B414-923CADA19EAD}" dt="2024-07-08T07:09:12.378" v="967" actId="1076"/>
        <pc:sldMkLst>
          <pc:docMk/>
          <pc:sldMk cId="375320480" sldId="635"/>
        </pc:sldMkLst>
        <pc:spChg chg="del">
          <ac:chgData name="Martin Siemienski Andersen" userId="3e5b9027-db81-4bdb-8ff3-173865797b46" providerId="ADAL" clId="{BC1B61D3-B780-4108-B414-923CADA19EAD}" dt="2024-07-08T07:04:03.104" v="712" actId="478"/>
          <ac:spMkLst>
            <pc:docMk/>
            <pc:sldMk cId="375320480" sldId="635"/>
            <ac:spMk id="2" creationId="{CC9681FE-C094-B35D-DD3D-49441E3EA733}"/>
          </ac:spMkLst>
        </pc:spChg>
        <pc:spChg chg="mod">
          <ac:chgData name="Martin Siemienski Andersen" userId="3e5b9027-db81-4bdb-8ff3-173865797b46" providerId="ADAL" clId="{BC1B61D3-B780-4108-B414-923CADA19EAD}" dt="2024-07-08T07:03:34.833" v="698" actId="14100"/>
          <ac:spMkLst>
            <pc:docMk/>
            <pc:sldMk cId="375320480" sldId="635"/>
            <ac:spMk id="4" creationId="{21C844DB-A8D7-020C-0878-E18AA028B6CD}"/>
          </ac:spMkLst>
        </pc:spChg>
        <pc:spChg chg="mod">
          <ac:chgData name="Martin Siemienski Andersen" userId="3e5b9027-db81-4bdb-8ff3-173865797b46" providerId="ADAL" clId="{BC1B61D3-B780-4108-B414-923CADA19EAD}" dt="2024-07-08T07:06:18.109" v="934" actId="20577"/>
          <ac:spMkLst>
            <pc:docMk/>
            <pc:sldMk cId="375320480" sldId="635"/>
            <ac:spMk id="5" creationId="{319AF631-2CB8-1B87-E2C2-181A21586518}"/>
          </ac:spMkLst>
        </pc:spChg>
        <pc:spChg chg="add mod">
          <ac:chgData name="Martin Siemienski Andersen" userId="3e5b9027-db81-4bdb-8ff3-173865797b46" providerId="ADAL" clId="{BC1B61D3-B780-4108-B414-923CADA19EAD}" dt="2024-07-08T07:09:12.378" v="967" actId="1076"/>
          <ac:spMkLst>
            <pc:docMk/>
            <pc:sldMk cId="375320480" sldId="635"/>
            <ac:spMk id="7" creationId="{46E668BC-45AA-AD36-D3A2-2E9E795B5B0C}"/>
          </ac:spMkLst>
        </pc:spChg>
      </pc:sldChg>
    </pc:docChg>
  </pc:docChgLst>
  <pc:docChgLst>
    <pc:chgData name="Martin Siemienski Andersen" userId="3e5b9027-db81-4bdb-8ff3-173865797b46" providerId="ADAL" clId="{6B80A99F-FD9A-4706-9789-3F3E17B998BD}"/>
    <pc:docChg chg="undo custSel modSld">
      <pc:chgData name="Martin Siemienski Andersen" userId="3e5b9027-db81-4bdb-8ff3-173865797b46" providerId="ADAL" clId="{6B80A99F-FD9A-4706-9789-3F3E17B998BD}" dt="2024-08-14T08:14:30.672" v="584" actId="20577"/>
      <pc:docMkLst>
        <pc:docMk/>
      </pc:docMkLst>
      <pc:sldChg chg="modSp mod">
        <pc:chgData name="Martin Siemienski Andersen" userId="3e5b9027-db81-4bdb-8ff3-173865797b46" providerId="ADAL" clId="{6B80A99F-FD9A-4706-9789-3F3E17B998BD}" dt="2024-08-14T08:14:30.672" v="584" actId="20577"/>
        <pc:sldMkLst>
          <pc:docMk/>
          <pc:sldMk cId="3643322683" sldId="620"/>
        </pc:sldMkLst>
        <pc:spChg chg="mod">
          <ac:chgData name="Martin Siemienski Andersen" userId="3e5b9027-db81-4bdb-8ff3-173865797b46" providerId="ADAL" clId="{6B80A99F-FD9A-4706-9789-3F3E17B998BD}" dt="2024-08-14T07:24:56.292" v="505" actId="404"/>
          <ac:spMkLst>
            <pc:docMk/>
            <pc:sldMk cId="3643322683" sldId="620"/>
            <ac:spMk id="2" creationId="{A2481005-3FB5-5CC5-EC6F-8143720839D8}"/>
          </ac:spMkLst>
        </pc:spChg>
        <pc:spChg chg="mod">
          <ac:chgData name="Martin Siemienski Andersen" userId="3e5b9027-db81-4bdb-8ff3-173865797b46" providerId="ADAL" clId="{6B80A99F-FD9A-4706-9789-3F3E17B998BD}" dt="2024-08-14T08:14:30.672" v="584" actId="20577"/>
          <ac:spMkLst>
            <pc:docMk/>
            <pc:sldMk cId="3643322683" sldId="620"/>
            <ac:spMk id="4" creationId="{31735FCE-4809-1785-251A-5BBCE2534A2F}"/>
          </ac:spMkLst>
        </pc:spChg>
        <pc:spChg chg="mod">
          <ac:chgData name="Martin Siemienski Andersen" userId="3e5b9027-db81-4bdb-8ff3-173865797b46" providerId="ADAL" clId="{6B80A99F-FD9A-4706-9789-3F3E17B998BD}" dt="2024-08-14T07:25:00.895" v="506" actId="1076"/>
          <ac:spMkLst>
            <pc:docMk/>
            <pc:sldMk cId="3643322683" sldId="620"/>
            <ac:spMk id="8" creationId="{970144AB-1DEC-CAE7-763D-C73F74C02710}"/>
          </ac:spMkLst>
        </pc:spChg>
      </pc:sldChg>
    </pc:docChg>
  </pc:docChgLst>
  <pc:docChgLst>
    <pc:chgData name="Martin Siemienski Andersen" userId="3e5b9027-db81-4bdb-8ff3-173865797b46" providerId="ADAL" clId="{82A7BA7C-8417-4C62-ADBD-4F711B212D68}"/>
    <pc:docChg chg="undo custSel modSld">
      <pc:chgData name="Martin Siemienski Andersen" userId="3e5b9027-db81-4bdb-8ff3-173865797b46" providerId="ADAL" clId="{82A7BA7C-8417-4C62-ADBD-4F711B212D68}" dt="2024-09-24T12:38:02.105" v="115" actId="6549"/>
      <pc:docMkLst>
        <pc:docMk/>
      </pc:docMkLst>
      <pc:sldChg chg="modSp mod">
        <pc:chgData name="Martin Siemienski Andersen" userId="3e5b9027-db81-4bdb-8ff3-173865797b46" providerId="ADAL" clId="{82A7BA7C-8417-4C62-ADBD-4F711B212D68}" dt="2024-09-24T12:32:06.118" v="5" actId="1076"/>
        <pc:sldMkLst>
          <pc:docMk/>
          <pc:sldMk cId="1532256317" sldId="439"/>
        </pc:sldMkLst>
        <pc:spChg chg="mod">
          <ac:chgData name="Martin Siemienski Andersen" userId="3e5b9027-db81-4bdb-8ff3-173865797b46" providerId="ADAL" clId="{82A7BA7C-8417-4C62-ADBD-4F711B212D68}" dt="2024-09-24T12:32:04.346" v="4" actId="1076"/>
          <ac:spMkLst>
            <pc:docMk/>
            <pc:sldMk cId="1532256317" sldId="439"/>
            <ac:spMk id="4" creationId="{5C7E4789-B003-6339-7FF9-4622B115DCCA}"/>
          </ac:spMkLst>
        </pc:spChg>
        <pc:spChg chg="mod">
          <ac:chgData name="Martin Siemienski Andersen" userId="3e5b9027-db81-4bdb-8ff3-173865797b46" providerId="ADAL" clId="{82A7BA7C-8417-4C62-ADBD-4F711B212D68}" dt="2024-09-24T12:31:57.165" v="2" actId="20577"/>
          <ac:spMkLst>
            <pc:docMk/>
            <pc:sldMk cId="1532256317" sldId="439"/>
            <ac:spMk id="6" creationId="{97D5A4CA-D2B2-DCBE-A010-AC4311530C5B}"/>
          </ac:spMkLst>
        </pc:spChg>
        <pc:spChg chg="mod">
          <ac:chgData name="Martin Siemienski Andersen" userId="3e5b9027-db81-4bdb-8ff3-173865797b46" providerId="ADAL" clId="{82A7BA7C-8417-4C62-ADBD-4F711B212D68}" dt="2024-09-24T12:32:01.474" v="3" actId="1076"/>
          <ac:spMkLst>
            <pc:docMk/>
            <pc:sldMk cId="1532256317" sldId="439"/>
            <ac:spMk id="7" creationId="{45D186D2-368E-D004-0358-1361075DB758}"/>
          </ac:spMkLst>
        </pc:spChg>
        <pc:spChg chg="mod">
          <ac:chgData name="Martin Siemienski Andersen" userId="3e5b9027-db81-4bdb-8ff3-173865797b46" providerId="ADAL" clId="{82A7BA7C-8417-4C62-ADBD-4F711B212D68}" dt="2024-09-24T12:32:06.118" v="5" actId="1076"/>
          <ac:spMkLst>
            <pc:docMk/>
            <pc:sldMk cId="1532256317" sldId="439"/>
            <ac:spMk id="9" creationId="{13F9B42C-0038-8C9E-0025-1B3CEB7F25E0}"/>
          </ac:spMkLst>
        </pc:spChg>
      </pc:sldChg>
      <pc:sldChg chg="modSp mod">
        <pc:chgData name="Martin Siemienski Andersen" userId="3e5b9027-db81-4bdb-8ff3-173865797b46" providerId="ADAL" clId="{82A7BA7C-8417-4C62-ADBD-4F711B212D68}" dt="2024-09-24T12:33:17.936" v="21" actId="20577"/>
        <pc:sldMkLst>
          <pc:docMk/>
          <pc:sldMk cId="1199953443" sldId="440"/>
        </pc:sldMkLst>
        <pc:spChg chg="mod">
          <ac:chgData name="Martin Siemienski Andersen" userId="3e5b9027-db81-4bdb-8ff3-173865797b46" providerId="ADAL" clId="{82A7BA7C-8417-4C62-ADBD-4F711B212D68}" dt="2024-09-24T12:33:17.936" v="21" actId="20577"/>
          <ac:spMkLst>
            <pc:docMk/>
            <pc:sldMk cId="1199953443" sldId="440"/>
            <ac:spMk id="9" creationId="{700A40B9-D5C2-D437-7991-A99D85444450}"/>
          </ac:spMkLst>
        </pc:spChg>
      </pc:sldChg>
      <pc:sldChg chg="modSp mod">
        <pc:chgData name="Martin Siemienski Andersen" userId="3e5b9027-db81-4bdb-8ff3-173865797b46" providerId="ADAL" clId="{82A7BA7C-8417-4C62-ADBD-4F711B212D68}" dt="2024-09-24T12:34:14.204" v="61" actId="20577"/>
        <pc:sldMkLst>
          <pc:docMk/>
          <pc:sldMk cId="1972479243" sldId="442"/>
        </pc:sldMkLst>
        <pc:spChg chg="mod">
          <ac:chgData name="Martin Siemienski Andersen" userId="3e5b9027-db81-4bdb-8ff3-173865797b46" providerId="ADAL" clId="{82A7BA7C-8417-4C62-ADBD-4F711B212D68}" dt="2024-09-24T12:34:14.204" v="61" actId="20577"/>
          <ac:spMkLst>
            <pc:docMk/>
            <pc:sldMk cId="1972479243" sldId="442"/>
            <ac:spMk id="9" creationId="{700A40B9-D5C2-D437-7991-A99D85444450}"/>
          </ac:spMkLst>
        </pc:spChg>
      </pc:sldChg>
      <pc:sldChg chg="modSp mod">
        <pc:chgData name="Martin Siemienski Andersen" userId="3e5b9027-db81-4bdb-8ff3-173865797b46" providerId="ADAL" clId="{82A7BA7C-8417-4C62-ADBD-4F711B212D68}" dt="2024-09-24T12:37:07.353" v="113" actId="1076"/>
        <pc:sldMkLst>
          <pc:docMk/>
          <pc:sldMk cId="521203059" sldId="445"/>
        </pc:sldMkLst>
        <pc:spChg chg="mod">
          <ac:chgData name="Martin Siemienski Andersen" userId="3e5b9027-db81-4bdb-8ff3-173865797b46" providerId="ADAL" clId="{82A7BA7C-8417-4C62-ADBD-4F711B212D68}" dt="2024-09-24T12:36:46.753" v="108" actId="6549"/>
          <ac:spMkLst>
            <pc:docMk/>
            <pc:sldMk cId="521203059" sldId="445"/>
            <ac:spMk id="9" creationId="{BE2CB78F-CB82-F2ED-DDEE-B139E3C89CD8}"/>
          </ac:spMkLst>
        </pc:spChg>
        <pc:spChg chg="mod">
          <ac:chgData name="Martin Siemienski Andersen" userId="3e5b9027-db81-4bdb-8ff3-173865797b46" providerId="ADAL" clId="{82A7BA7C-8417-4C62-ADBD-4F711B212D68}" dt="2024-09-24T12:36:49.150" v="109" actId="1076"/>
          <ac:spMkLst>
            <pc:docMk/>
            <pc:sldMk cId="521203059" sldId="445"/>
            <ac:spMk id="32" creationId="{F8D0BA30-E205-4B51-7574-A8451AF54465}"/>
          </ac:spMkLst>
        </pc:spChg>
        <pc:spChg chg="mod">
          <ac:chgData name="Martin Siemienski Andersen" userId="3e5b9027-db81-4bdb-8ff3-173865797b46" providerId="ADAL" clId="{82A7BA7C-8417-4C62-ADBD-4F711B212D68}" dt="2024-09-24T12:36:58.012" v="111" actId="1076"/>
          <ac:spMkLst>
            <pc:docMk/>
            <pc:sldMk cId="521203059" sldId="445"/>
            <ac:spMk id="33" creationId="{C2DAB4B9-D14F-5CC9-D3E5-D2A6033D7D8E}"/>
          </ac:spMkLst>
        </pc:spChg>
        <pc:spChg chg="mod">
          <ac:chgData name="Martin Siemienski Andersen" userId="3e5b9027-db81-4bdb-8ff3-173865797b46" providerId="ADAL" clId="{82A7BA7C-8417-4C62-ADBD-4F711B212D68}" dt="2024-09-24T12:37:07.353" v="113" actId="1076"/>
          <ac:spMkLst>
            <pc:docMk/>
            <pc:sldMk cId="521203059" sldId="445"/>
            <ac:spMk id="34" creationId="{73F61F4C-5A47-879F-12CB-F212F3ED2114}"/>
          </ac:spMkLst>
        </pc:spChg>
        <pc:cxnChg chg="mod">
          <ac:chgData name="Martin Siemienski Andersen" userId="3e5b9027-db81-4bdb-8ff3-173865797b46" providerId="ADAL" clId="{82A7BA7C-8417-4C62-ADBD-4F711B212D68}" dt="2024-09-24T12:37:01.129" v="112" actId="14100"/>
          <ac:cxnSpMkLst>
            <pc:docMk/>
            <pc:sldMk cId="521203059" sldId="445"/>
            <ac:cxnSpMk id="24" creationId="{856662A5-723B-E53D-9ED6-A74FF111FC38}"/>
          </ac:cxnSpMkLst>
        </pc:cxnChg>
      </pc:sldChg>
      <pc:sldChg chg="modSp mod">
        <pc:chgData name="Martin Siemienski Andersen" userId="3e5b9027-db81-4bdb-8ff3-173865797b46" providerId="ADAL" clId="{82A7BA7C-8417-4C62-ADBD-4F711B212D68}" dt="2024-09-24T12:37:46.194" v="114" actId="6549"/>
        <pc:sldMkLst>
          <pc:docMk/>
          <pc:sldMk cId="3023318039" sldId="627"/>
        </pc:sldMkLst>
        <pc:spChg chg="mod">
          <ac:chgData name="Martin Siemienski Andersen" userId="3e5b9027-db81-4bdb-8ff3-173865797b46" providerId="ADAL" clId="{82A7BA7C-8417-4C62-ADBD-4F711B212D68}" dt="2024-09-24T12:37:46.194" v="114" actId="6549"/>
          <ac:spMkLst>
            <pc:docMk/>
            <pc:sldMk cId="3023318039" sldId="627"/>
            <ac:spMk id="6" creationId="{6DEA8C4F-55FD-5115-9798-3E2006D278A8}"/>
          </ac:spMkLst>
        </pc:spChg>
      </pc:sldChg>
      <pc:sldChg chg="modSp mod">
        <pc:chgData name="Martin Siemienski Andersen" userId="3e5b9027-db81-4bdb-8ff3-173865797b46" providerId="ADAL" clId="{82A7BA7C-8417-4C62-ADBD-4F711B212D68}" dt="2024-09-24T12:38:02.105" v="115" actId="6549"/>
        <pc:sldMkLst>
          <pc:docMk/>
          <pc:sldMk cId="309470579" sldId="634"/>
        </pc:sldMkLst>
        <pc:spChg chg="mod">
          <ac:chgData name="Martin Siemienski Andersen" userId="3e5b9027-db81-4bdb-8ff3-173865797b46" providerId="ADAL" clId="{82A7BA7C-8417-4C62-ADBD-4F711B212D68}" dt="2024-09-24T12:38:02.105" v="115" actId="6549"/>
          <ac:spMkLst>
            <pc:docMk/>
            <pc:sldMk cId="309470579" sldId="634"/>
            <ac:spMk id="6" creationId="{D224DF72-164B-810E-3033-71B8DE2559F4}"/>
          </ac:spMkLst>
        </pc:spChg>
      </pc:sldChg>
      <pc:sldChg chg="modSp mod">
        <pc:chgData name="Martin Siemienski Andersen" userId="3e5b9027-db81-4bdb-8ff3-173865797b46" providerId="ADAL" clId="{82A7BA7C-8417-4C62-ADBD-4F711B212D68}" dt="2024-09-24T12:35:05.847" v="75" actId="20577"/>
        <pc:sldMkLst>
          <pc:docMk/>
          <pc:sldMk cId="375320480" sldId="635"/>
        </pc:sldMkLst>
        <pc:spChg chg="mod">
          <ac:chgData name="Martin Siemienski Andersen" userId="3e5b9027-db81-4bdb-8ff3-173865797b46" providerId="ADAL" clId="{82A7BA7C-8417-4C62-ADBD-4F711B212D68}" dt="2024-09-24T12:35:05.847" v="75" actId="20577"/>
          <ac:spMkLst>
            <pc:docMk/>
            <pc:sldMk cId="375320480" sldId="635"/>
            <ac:spMk id="7" creationId="{46E668BC-45AA-AD36-D3A2-2E9E795B5B0C}"/>
          </ac:spMkLst>
        </pc:spChg>
      </pc:sldChg>
    </pc:docChg>
  </pc:docChgLst>
  <pc:docChgLst>
    <pc:chgData name="Martin Siemienski Andersen" userId="3e5b9027-db81-4bdb-8ff3-173865797b46" providerId="ADAL" clId="{F0A32175-9E2E-4747-8782-4359E132E527}"/>
    <pc:docChg chg="undo custSel addSld modSld modSection">
      <pc:chgData name="Martin Siemienski Andersen" userId="3e5b9027-db81-4bdb-8ff3-173865797b46" providerId="ADAL" clId="{F0A32175-9E2E-4747-8782-4359E132E527}" dt="2023-09-27T10:08:32.171" v="520" actId="1038"/>
      <pc:docMkLst>
        <pc:docMk/>
      </pc:docMkLst>
      <pc:sldChg chg="modSp mod">
        <pc:chgData name="Martin Siemienski Andersen" userId="3e5b9027-db81-4bdb-8ff3-173865797b46" providerId="ADAL" clId="{F0A32175-9E2E-4747-8782-4359E132E527}" dt="2023-09-27T10:08:32.171" v="520" actId="1038"/>
        <pc:sldMkLst>
          <pc:docMk/>
          <pc:sldMk cId="3042117320" sldId="441"/>
        </pc:sldMkLst>
        <pc:spChg chg="mod">
          <ac:chgData name="Martin Siemienski Andersen" userId="3e5b9027-db81-4bdb-8ff3-173865797b46" providerId="ADAL" clId="{F0A32175-9E2E-4747-8782-4359E132E527}" dt="2023-09-27T10:08:32.171" v="520" actId="1038"/>
          <ac:spMkLst>
            <pc:docMk/>
            <pc:sldMk cId="3042117320" sldId="441"/>
            <ac:spMk id="9" creationId="{700A40B9-D5C2-D437-7991-A99D85444450}"/>
          </ac:spMkLst>
        </pc:spChg>
      </pc:sldChg>
      <pc:sldChg chg="modSp">
        <pc:chgData name="Martin Siemienski Andersen" userId="3e5b9027-db81-4bdb-8ff3-173865797b46" providerId="ADAL" clId="{F0A32175-9E2E-4747-8782-4359E132E527}" dt="2023-09-27T07:34:32.678" v="519" actId="20577"/>
        <pc:sldMkLst>
          <pc:docMk/>
          <pc:sldMk cId="3385940249" sldId="447"/>
        </pc:sldMkLst>
        <pc:spChg chg="mod">
          <ac:chgData name="Martin Siemienski Andersen" userId="3e5b9027-db81-4bdb-8ff3-173865797b46" providerId="ADAL" clId="{F0A32175-9E2E-4747-8782-4359E132E527}" dt="2023-09-27T07:34:32.678" v="519" actId="20577"/>
          <ac:spMkLst>
            <pc:docMk/>
            <pc:sldMk cId="3385940249" sldId="447"/>
            <ac:spMk id="7" creationId="{C8F53708-E054-0233-0A92-A71E014FF092}"/>
          </ac:spMkLst>
        </pc:spChg>
      </pc:sldChg>
      <pc:sldChg chg="addSp delSp modSp new mod">
        <pc:chgData name="Martin Siemienski Andersen" userId="3e5b9027-db81-4bdb-8ff3-173865797b46" providerId="ADAL" clId="{F0A32175-9E2E-4747-8782-4359E132E527}" dt="2023-09-26T13:01:03.758" v="503" actId="20577"/>
        <pc:sldMkLst>
          <pc:docMk/>
          <pc:sldMk cId="957298078" sldId="451"/>
        </pc:sldMkLst>
        <pc:spChg chg="mod">
          <ac:chgData name="Martin Siemienski Andersen" userId="3e5b9027-db81-4bdb-8ff3-173865797b46" providerId="ADAL" clId="{F0A32175-9E2E-4747-8782-4359E132E527}" dt="2023-09-26T12:22:23.925" v="346" actId="14100"/>
          <ac:spMkLst>
            <pc:docMk/>
            <pc:sldMk cId="957298078" sldId="451"/>
            <ac:spMk id="2" creationId="{D84CDC15-7A8A-A41D-47A3-584C35466873}"/>
          </ac:spMkLst>
        </pc:spChg>
        <pc:spChg chg="del">
          <ac:chgData name="Martin Siemienski Andersen" userId="3e5b9027-db81-4bdb-8ff3-173865797b46" providerId="ADAL" clId="{F0A32175-9E2E-4747-8782-4359E132E527}" dt="2023-09-26T12:00:29.437" v="37" actId="478"/>
          <ac:spMkLst>
            <pc:docMk/>
            <pc:sldMk cId="957298078" sldId="451"/>
            <ac:spMk id="3" creationId="{1F67F7B9-6A8E-3DD1-7F36-621713D1197F}"/>
          </ac:spMkLst>
        </pc:spChg>
        <pc:spChg chg="mod">
          <ac:chgData name="Martin Siemienski Andersen" userId="3e5b9027-db81-4bdb-8ff3-173865797b46" providerId="ADAL" clId="{F0A32175-9E2E-4747-8782-4359E132E527}" dt="2023-09-26T12:48:08.913" v="469" actId="20577"/>
          <ac:spMkLst>
            <pc:docMk/>
            <pc:sldMk cId="957298078" sldId="451"/>
            <ac:spMk id="4" creationId="{945B4A59-3EE9-B181-6AA7-0B6B68B23E24}"/>
          </ac:spMkLst>
        </pc:spChg>
        <pc:spChg chg="add del mod">
          <ac:chgData name="Martin Siemienski Andersen" userId="3e5b9027-db81-4bdb-8ff3-173865797b46" providerId="ADAL" clId="{F0A32175-9E2E-4747-8782-4359E132E527}" dt="2023-09-26T13:01:03.758" v="503" actId="20577"/>
          <ac:spMkLst>
            <pc:docMk/>
            <pc:sldMk cId="957298078" sldId="451"/>
            <ac:spMk id="6" creationId="{7C7874AC-B374-31C8-F2A2-D74C7C97B8E5}"/>
          </ac:spMkLst>
        </pc:spChg>
        <pc:spChg chg="add del mod">
          <ac:chgData name="Martin Siemienski Andersen" userId="3e5b9027-db81-4bdb-8ff3-173865797b46" providerId="ADAL" clId="{F0A32175-9E2E-4747-8782-4359E132E527}" dt="2023-09-26T12:17:55.583" v="197" actId="22"/>
          <ac:spMkLst>
            <pc:docMk/>
            <pc:sldMk cId="957298078" sldId="451"/>
            <ac:spMk id="8" creationId="{F34DD049-B22D-02BE-1B64-BF3A18D996A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40EBAF-D955-C443-AB02-2BCBC7797572}" type="datetimeFigureOut">
              <a:rPr lang="en-US" smtClean="0"/>
              <a:t>2025-10-20</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E1DC8B-0A09-DC4E-ABCE-FAAA12F0302B}" type="slidenum">
              <a:rPr lang="en-US" smtClean="0"/>
              <a:t>‹#›</a:t>
            </a:fld>
            <a:endParaRPr lang="en-US"/>
          </a:p>
        </p:txBody>
      </p:sp>
    </p:spTree>
    <p:extLst>
      <p:ext uri="{BB962C8B-B14F-4D97-AF65-F5344CB8AC3E}">
        <p14:creationId xmlns:p14="http://schemas.microsoft.com/office/powerpoint/2010/main" val="20685749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7A641A-FC50-3840-A830-42D90553FE8C}" type="datetimeFigureOut">
              <a:rPr lang="en-US" smtClean="0"/>
              <a:t>2025-10-20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96355-3DDC-9949-861F-AD0908BFCC23}" type="slidenum">
              <a:rPr lang="en-US" smtClean="0"/>
              <a:t>‹#›</a:t>
            </a:fld>
            <a:endParaRPr lang="en-US"/>
          </a:p>
        </p:txBody>
      </p:sp>
    </p:spTree>
    <p:extLst>
      <p:ext uri="{BB962C8B-B14F-4D97-AF65-F5344CB8AC3E}">
        <p14:creationId xmlns:p14="http://schemas.microsoft.com/office/powerpoint/2010/main" val="209977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8C896355-3DDC-9949-861F-AD0908BFCC23}" type="slidenum">
              <a:rPr lang="en-US" smtClean="0"/>
              <a:t>1</a:t>
            </a:fld>
            <a:endParaRPr lang="en-US"/>
          </a:p>
        </p:txBody>
      </p:sp>
    </p:spTree>
    <p:extLst>
      <p:ext uri="{BB962C8B-B14F-4D97-AF65-F5344CB8AC3E}">
        <p14:creationId xmlns:p14="http://schemas.microsoft.com/office/powerpoint/2010/main" val="17583246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8C896355-3DDC-9949-861F-AD0908BFCC23}" type="slidenum">
              <a:rPr lang="en-US" smtClean="0"/>
              <a:t>18</a:t>
            </a:fld>
            <a:endParaRPr lang="en-US"/>
          </a:p>
        </p:txBody>
      </p:sp>
    </p:spTree>
    <p:extLst>
      <p:ext uri="{BB962C8B-B14F-4D97-AF65-F5344CB8AC3E}">
        <p14:creationId xmlns:p14="http://schemas.microsoft.com/office/powerpoint/2010/main" val="8855079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A[col][rows]</a:t>
            </a:r>
            <a:endParaRPr lang="en-DK" dirty="0"/>
          </a:p>
        </p:txBody>
      </p:sp>
      <p:sp>
        <p:nvSpPr>
          <p:cNvPr id="4" name="Slide Number Placeholder 3"/>
          <p:cNvSpPr>
            <a:spLocks noGrp="1"/>
          </p:cNvSpPr>
          <p:nvPr>
            <p:ph type="sldNum" sz="quarter" idx="5"/>
          </p:nvPr>
        </p:nvSpPr>
        <p:spPr/>
        <p:txBody>
          <a:bodyPr/>
          <a:lstStyle/>
          <a:p>
            <a:fld id="{8C896355-3DDC-9949-861F-AD0908BFCC23}" type="slidenum">
              <a:rPr lang="en-US" smtClean="0"/>
              <a:t>20</a:t>
            </a:fld>
            <a:endParaRPr lang="en-US"/>
          </a:p>
        </p:txBody>
      </p:sp>
    </p:spTree>
    <p:extLst>
      <p:ext uri="{BB962C8B-B14F-4D97-AF65-F5344CB8AC3E}">
        <p14:creationId xmlns:p14="http://schemas.microsoft.com/office/powerpoint/2010/main" val="1240404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a-DK" dirty="0"/>
              <a:t>Loopet skal være </a:t>
            </a:r>
            <a:r>
              <a:rPr lang="da-DK" dirty="0" err="1"/>
              <a:t>int</a:t>
            </a:r>
            <a:r>
              <a:rPr lang="da-DK" dirty="0"/>
              <a:t> i=0;i&lt;</a:t>
            </a:r>
            <a:r>
              <a:rPr lang="da-DK" dirty="0" err="1"/>
              <a:t>array_size</a:t>
            </a:r>
            <a:r>
              <a:rPr lang="da-DK" dirty="0"/>
              <a:t>; i++</a:t>
            </a:r>
            <a:endParaRPr lang="en-DK" dirty="0"/>
          </a:p>
        </p:txBody>
      </p:sp>
      <p:sp>
        <p:nvSpPr>
          <p:cNvPr id="4" name="Slide Number Placeholder 3"/>
          <p:cNvSpPr>
            <a:spLocks noGrp="1"/>
          </p:cNvSpPr>
          <p:nvPr>
            <p:ph type="sldNum" sz="quarter" idx="5"/>
          </p:nvPr>
        </p:nvSpPr>
        <p:spPr/>
        <p:txBody>
          <a:bodyPr/>
          <a:lstStyle/>
          <a:p>
            <a:fld id="{8C896355-3DDC-9949-861F-AD0908BFCC23}" type="slidenum">
              <a:rPr lang="en-US" smtClean="0"/>
              <a:t>27</a:t>
            </a:fld>
            <a:endParaRPr lang="en-US"/>
          </a:p>
        </p:txBody>
      </p:sp>
    </p:spTree>
    <p:extLst>
      <p:ext uri="{BB962C8B-B14F-4D97-AF65-F5344CB8AC3E}">
        <p14:creationId xmlns:p14="http://schemas.microsoft.com/office/powerpoint/2010/main" val="6263276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8C896355-3DDC-9949-861F-AD0908BFCC23}" type="slidenum">
              <a:rPr lang="en-US" smtClean="0"/>
              <a:t>29</a:t>
            </a:fld>
            <a:endParaRPr lang="en-US"/>
          </a:p>
        </p:txBody>
      </p:sp>
    </p:spTree>
    <p:extLst>
      <p:ext uri="{BB962C8B-B14F-4D97-AF65-F5344CB8AC3E}">
        <p14:creationId xmlns:p14="http://schemas.microsoft.com/office/powerpoint/2010/main" val="23178492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design.aau.dk/skabeloner/powerpoint" TargetMode="External"/><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rugerguide">
    <p:spTree>
      <p:nvGrpSpPr>
        <p:cNvPr id="1" name=""/>
        <p:cNvGrpSpPr/>
        <p:nvPr/>
      </p:nvGrpSpPr>
      <p:grpSpPr>
        <a:xfrm>
          <a:off x="0" y="0"/>
          <a:ext cx="0" cy="0"/>
          <a:chOff x="0" y="0"/>
          <a:chExt cx="0" cy="0"/>
        </a:xfrm>
      </p:grpSpPr>
      <p:sp>
        <p:nvSpPr>
          <p:cNvPr id="2" name="Rektangel 1"/>
          <p:cNvSpPr/>
          <p:nvPr userDrawn="1"/>
        </p:nvSpPr>
        <p:spPr>
          <a:xfrm>
            <a:off x="505731" y="1155050"/>
            <a:ext cx="8091261" cy="369332"/>
          </a:xfrm>
          <a:prstGeom prst="rect">
            <a:avLst/>
          </a:prstGeom>
        </p:spPr>
        <p:txBody>
          <a:bodyPr wrap="square">
            <a:spAutoFit/>
          </a:bodyPr>
          <a:lstStyle/>
          <a:p>
            <a:r>
              <a:rPr lang="en-US" dirty="0">
                <a:solidFill>
                  <a:srgbClr val="DF6752"/>
                </a:solidFill>
                <a:latin typeface="Consolas" panose="020B0609020204030204" pitchFamily="49" charset="0"/>
              </a:rPr>
              <a:t>- SLET DETTE SLIDE, FØR DU FÆRDIGGØR PRÆSENTATIONEN</a:t>
            </a:r>
            <a:endParaRPr lang="da-DK" dirty="0">
              <a:solidFill>
                <a:srgbClr val="DF6752"/>
              </a:solidFill>
              <a:latin typeface="Consolas" panose="020B0609020204030204" pitchFamily="49" charset="0"/>
            </a:endParaRPr>
          </a:p>
        </p:txBody>
      </p:sp>
      <p:sp>
        <p:nvSpPr>
          <p:cNvPr id="5" name="Text Box 48"/>
          <p:cNvSpPr txBox="1">
            <a:spLocks noChangeArrowheads="1"/>
          </p:cNvSpPr>
          <p:nvPr userDrawn="1"/>
        </p:nvSpPr>
        <p:spPr bwMode="auto">
          <a:xfrm>
            <a:off x="587375" y="1960595"/>
            <a:ext cx="2327618" cy="3614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100000"/>
              </a:lnSpc>
              <a:spcAft>
                <a:spcPts val="600"/>
              </a:spcAft>
              <a:defRPr/>
            </a:pPr>
            <a:r>
              <a:rPr lang="da-DK" sz="1000" b="1" spc="300" noProof="1">
                <a:solidFill>
                  <a:schemeClr val="tx1"/>
                </a:solidFill>
                <a:latin typeface="Consolas" panose="020B0609020204030204" pitchFamily="49" charset="0"/>
                <a:cs typeface="Arial" panose="020B0604020202020204" pitchFamily="34" charset="0"/>
              </a:rPr>
              <a:t>AAU-SKABELONER TIL POWERPOINT</a:t>
            </a:r>
            <a:br>
              <a:rPr lang="da-DK" sz="1000" b="1" noProof="1">
                <a:solidFill>
                  <a:schemeClr val="tx1"/>
                </a:solidFill>
                <a:latin typeface="Consolas" panose="020B0609020204030204" pitchFamily="49" charset="0"/>
                <a:cs typeface="Arial" panose="020B0604020202020204" pitchFamily="34" charset="0"/>
              </a:rPr>
            </a:br>
            <a:br>
              <a:rPr lang="da-DK" sz="1000" b="1" noProof="1">
                <a:solidFill>
                  <a:schemeClr val="tx1"/>
                </a:solidFill>
                <a:latin typeface="Consolas" panose="020B0609020204030204" pitchFamily="49" charset="0"/>
                <a:cs typeface="Arial" panose="020B0604020202020204" pitchFamily="34" charset="0"/>
              </a:rPr>
            </a:br>
            <a:r>
              <a:rPr lang="da-DK" sz="900" b="0" dirty="0">
                <a:effectLst/>
                <a:latin typeface="Consolas" panose="020B0609020204030204" pitchFamily="49" charset="0"/>
                <a:ea typeface="Calibri" panose="020F0502020204030204" pitchFamily="34" charset="0"/>
                <a:cs typeface="Times New Roman" panose="02020603050405020304" pitchFamily="18" charset="0"/>
              </a:rPr>
              <a:t>Når du åbner PowerPoint på din pc, kan du vælge</a:t>
            </a:r>
            <a:r>
              <a:rPr lang="da-DK" sz="900" b="0" baseline="0" dirty="0">
                <a:effectLst/>
                <a:latin typeface="Consolas" panose="020B0609020204030204" pitchFamily="49" charset="0"/>
                <a:ea typeface="Calibri" panose="020F0502020204030204" pitchFamily="34" charset="0"/>
                <a:cs typeface="Times New Roman" panose="02020603050405020304" pitchFamily="18" charset="0"/>
              </a:rPr>
              <a:t> mellem to </a:t>
            </a:r>
            <a:r>
              <a:rPr lang="da-DK" sz="900" b="0" dirty="0">
                <a:effectLst/>
                <a:latin typeface="Consolas" panose="020B0609020204030204" pitchFamily="49" charset="0"/>
                <a:ea typeface="Calibri" panose="020F0502020204030204" pitchFamily="34" charset="0"/>
                <a:cs typeface="Times New Roman" panose="02020603050405020304" pitchFamily="18" charset="0"/>
              </a:rPr>
              <a:t>skabeloner i 16:9-format med</a:t>
            </a:r>
            <a:r>
              <a:rPr lang="da-DK" sz="900" b="0" baseline="0" dirty="0">
                <a:effectLst/>
                <a:latin typeface="Consolas" panose="020B0609020204030204" pitchFamily="49" charset="0"/>
                <a:ea typeface="Calibri" panose="020F0502020204030204" pitchFamily="34" charset="0"/>
                <a:cs typeface="Times New Roman" panose="02020603050405020304" pitchFamily="18" charset="0"/>
              </a:rPr>
              <a:t> enten det danske eller engelske AAU-logo.</a:t>
            </a:r>
            <a:endParaRPr lang="da-DK" sz="900" b="0" dirty="0">
              <a:effectLst/>
              <a:latin typeface="Consolas" panose="020B0609020204030204" pitchFamily="49" charset="0"/>
              <a:ea typeface="Calibri" panose="020F0502020204030204" pitchFamily="34" charset="0"/>
              <a:cs typeface="Times New Roman" panose="02020603050405020304" pitchFamily="18" charset="0"/>
            </a:endParaRPr>
          </a:p>
          <a:p>
            <a:pPr>
              <a:lnSpc>
                <a:spcPct val="100000"/>
              </a:lnSpc>
              <a:spcAft>
                <a:spcPts val="1000"/>
              </a:spcAft>
            </a:pPr>
            <a:r>
              <a:rPr lang="da-DK" sz="900" b="0" dirty="0">
                <a:effectLst/>
                <a:latin typeface="Consolas" panose="020B0609020204030204" pitchFamily="49" charset="0"/>
                <a:ea typeface="Calibri" panose="020F0502020204030204" pitchFamily="34" charset="0"/>
                <a:cs typeface="Times New Roman" panose="02020603050405020304" pitchFamily="18" charset="0"/>
              </a:rPr>
              <a:t>Det</a:t>
            </a:r>
            <a:r>
              <a:rPr lang="da-DK" sz="900" b="0" baseline="0" dirty="0">
                <a:effectLst/>
                <a:latin typeface="Consolas" panose="020B0609020204030204" pitchFamily="49" charset="0"/>
                <a:ea typeface="Calibri" panose="020F0502020204030204" pitchFamily="34" charset="0"/>
                <a:cs typeface="Times New Roman" panose="02020603050405020304" pitchFamily="18" charset="0"/>
              </a:rPr>
              <a:t> er også muligt at hente PowerPoint-skabelonerne på: </a:t>
            </a:r>
            <a:r>
              <a:rPr lang="da-DK" sz="900" b="0" baseline="0" dirty="0">
                <a:effectLst/>
                <a:latin typeface="Consolas" panose="020B0609020204030204" pitchFamily="49" charset="0"/>
                <a:ea typeface="Calibri" panose="020F0502020204030204" pitchFamily="34" charset="0"/>
                <a:cs typeface="Times New Roman" panose="02020603050405020304" pitchFamily="18" charset="0"/>
                <a:hlinkClick r:id="rId2"/>
              </a:rPr>
              <a:t>www.design.aau.dk/skabeloner/</a:t>
            </a:r>
            <a:r>
              <a:rPr lang="da-DK" sz="900" b="0" baseline="0" dirty="0" err="1">
                <a:effectLst/>
                <a:latin typeface="Consolas" panose="020B0609020204030204" pitchFamily="49" charset="0"/>
                <a:ea typeface="Calibri" panose="020F0502020204030204" pitchFamily="34" charset="0"/>
                <a:cs typeface="Times New Roman" panose="02020603050405020304" pitchFamily="18" charset="0"/>
                <a:hlinkClick r:id="rId2"/>
              </a:rPr>
              <a:t>powerpoint</a:t>
            </a:r>
            <a:r>
              <a:rPr lang="da-DK" sz="900" b="0" baseline="0" dirty="0">
                <a:effectLst/>
                <a:latin typeface="Consolas" panose="020B0609020204030204" pitchFamily="49" charset="0"/>
                <a:ea typeface="Calibri" panose="020F0502020204030204" pitchFamily="34" charset="0"/>
                <a:cs typeface="Times New Roman" panose="02020603050405020304" pitchFamily="18" charset="0"/>
              </a:rPr>
              <a:t>. Her kan du også hente den generelle AAU PowerPoint til inspiration. Denne vil løbende blive opdateret med de nyeste tal og informationer. Du kan her slette de slides du ikke vil bruge. </a:t>
            </a:r>
          </a:p>
          <a:p>
            <a:pPr marL="0" marR="0" lvl="0" indent="0" algn="l" defTabSz="914330" rtl="0" eaLnBrk="0" fontAlgn="auto" latinLnBrk="0" hangingPunct="0">
              <a:lnSpc>
                <a:spcPct val="100000"/>
              </a:lnSpc>
              <a:spcBef>
                <a:spcPts val="0"/>
              </a:spcBef>
              <a:spcAft>
                <a:spcPts val="1000"/>
              </a:spcAft>
              <a:buClrTx/>
              <a:buSzTx/>
              <a:buFontTx/>
              <a:buNone/>
              <a:tabLst/>
              <a:defRPr/>
            </a:pPr>
            <a:r>
              <a:rPr lang="da-DK" sz="1000" b="1" kern="1200" spc="300" noProof="1">
                <a:solidFill>
                  <a:schemeClr val="tx1"/>
                </a:solidFill>
                <a:latin typeface="Consolas" panose="020B0609020204030204" pitchFamily="49" charset="0"/>
                <a:ea typeface="+mn-ea"/>
                <a:cs typeface="Arial" panose="020B0604020202020204" pitchFamily="34" charset="0"/>
              </a:rPr>
              <a:t>SKRIFT</a:t>
            </a:r>
            <a:br>
              <a:rPr lang="da-DK" sz="1000" b="1" kern="1200" spc="300" noProof="1">
                <a:solidFill>
                  <a:schemeClr val="tx1"/>
                </a:solidFill>
                <a:latin typeface="Consolas" panose="020B0609020204030204" pitchFamily="49" charset="0"/>
                <a:ea typeface="+mn-ea"/>
                <a:cs typeface="Arial" panose="020B0604020202020204" pitchFamily="34" charset="0"/>
              </a:rPr>
            </a:br>
            <a:br>
              <a:rPr lang="da-DK" sz="1050" b="1" kern="1200" noProof="1">
                <a:solidFill>
                  <a:schemeClr val="tx1"/>
                </a:solidFill>
                <a:latin typeface="Consolas" panose="020B0609020204030204" pitchFamily="49" charset="0"/>
                <a:ea typeface="+mn-ea"/>
                <a:cs typeface="Arial" panose="020B0604020202020204" pitchFamily="34" charset="0"/>
              </a:rPr>
            </a:br>
            <a:r>
              <a:rPr lang="da-DK" altLang="da-DK" sz="900" b="0" kern="1200" noProof="1">
                <a:solidFill>
                  <a:schemeClr val="tx1"/>
                </a:solidFill>
                <a:latin typeface="Consolas" panose="020B0609020204030204" pitchFamily="49" charset="0"/>
                <a:ea typeface="+mn-ea"/>
                <a:cs typeface="Arial" panose="020B0604020202020204" pitchFamily="34" charset="0"/>
              </a:rPr>
              <a:t>AAU anvender vores</a:t>
            </a:r>
            <a:r>
              <a:rPr lang="da-DK" altLang="da-DK" sz="900" b="0" kern="1200" baseline="0" noProof="1">
                <a:solidFill>
                  <a:schemeClr val="tx1"/>
                </a:solidFill>
                <a:latin typeface="Consolas" panose="020B0609020204030204" pitchFamily="49" charset="0"/>
                <a:ea typeface="+mn-ea"/>
                <a:cs typeface="Arial" panose="020B0604020202020204" pitchFamily="34" charset="0"/>
              </a:rPr>
              <a:t> sekundære </a:t>
            </a:r>
            <a:r>
              <a:rPr lang="da-DK" altLang="da-DK" sz="900" b="0" kern="1200" noProof="1">
                <a:solidFill>
                  <a:schemeClr val="tx1"/>
                </a:solidFill>
                <a:latin typeface="Consolas" panose="020B0609020204030204" pitchFamily="49" charset="0"/>
                <a:ea typeface="+mn-ea"/>
                <a:cs typeface="Arial" panose="020B0604020202020204" pitchFamily="34" charset="0"/>
              </a:rPr>
              <a:t>skrifttype Arial i PowerPoint-præsentationer.</a:t>
            </a:r>
          </a:p>
          <a:p>
            <a:pPr>
              <a:lnSpc>
                <a:spcPct val="115000"/>
              </a:lnSpc>
              <a:spcAft>
                <a:spcPts val="1000"/>
              </a:spcAft>
            </a:pPr>
            <a:endParaRPr lang="da-DK" sz="900" b="0" dirty="0">
              <a:effectLst/>
              <a:latin typeface="Consolas" panose="020B0609020204030204" pitchFamily="49" charset="0"/>
              <a:ea typeface="Calibri" panose="020F0502020204030204" pitchFamily="34" charset="0"/>
              <a:cs typeface="Times New Roman" panose="02020603050405020304" pitchFamily="18" charset="0"/>
            </a:endParaRPr>
          </a:p>
        </p:txBody>
      </p:sp>
      <p:sp>
        <p:nvSpPr>
          <p:cNvPr id="12" name="Text Box 48"/>
          <p:cNvSpPr txBox="1">
            <a:spLocks noChangeArrowheads="1"/>
          </p:cNvSpPr>
          <p:nvPr userDrawn="1"/>
        </p:nvSpPr>
        <p:spPr bwMode="auto">
          <a:xfrm>
            <a:off x="6269374" y="1960595"/>
            <a:ext cx="2327618" cy="423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Consolas" panose="020B0609020204030204" pitchFamily="49" charset="0"/>
                <a:ea typeface="+mn-ea"/>
                <a:cs typeface="Arial" panose="020B0604020202020204" pitchFamily="34" charset="0"/>
              </a:rPr>
              <a:t>SKABELONENS FARVER</a:t>
            </a:r>
          </a:p>
          <a:p>
            <a:pPr eaLnBrk="1" hangingPunct="1">
              <a:lnSpc>
                <a:spcPct val="90000"/>
              </a:lnSpc>
              <a:spcAft>
                <a:spcPts val="600"/>
              </a:spcAft>
              <a:defRPr/>
            </a:pPr>
            <a:br>
              <a:rPr lang="da-DK" sz="1100" b="1" kern="1200" noProof="1">
                <a:solidFill>
                  <a:schemeClr val="tx1"/>
                </a:solidFill>
                <a:latin typeface="Consolas" panose="020B0609020204030204" pitchFamily="49" charset="0"/>
                <a:ea typeface="+mn-ea"/>
                <a:cs typeface="Arial" panose="020B0604020202020204" pitchFamily="34" charset="0"/>
              </a:rPr>
            </a:br>
            <a:r>
              <a:rPr lang="da-DK" sz="900" b="0" kern="1200" noProof="1">
                <a:solidFill>
                  <a:schemeClr val="tx1"/>
                </a:solidFill>
                <a:latin typeface="Consolas" panose="020B0609020204030204" pitchFamily="49" charset="0"/>
                <a:ea typeface="+mn-ea"/>
                <a:cs typeface="Arial" panose="020B0604020202020204" pitchFamily="34" charset="0"/>
              </a:rPr>
              <a:t>Du kan vælge mellem en række farver til baggrunde og grafer.</a:t>
            </a:r>
          </a:p>
          <a:p>
            <a:pPr eaLnBrk="1" hangingPunct="1">
              <a:lnSpc>
                <a:spcPct val="90000"/>
              </a:lnSpc>
              <a:spcAft>
                <a:spcPts val="600"/>
              </a:spcAft>
              <a:defRPr/>
            </a:pPr>
            <a:r>
              <a:rPr lang="da-DK" sz="900" b="0" kern="1200" noProof="1">
                <a:solidFill>
                  <a:schemeClr val="tx1"/>
                </a:solidFill>
                <a:latin typeface="Consolas" panose="020B0609020204030204" pitchFamily="49" charset="0"/>
                <a:ea typeface="+mn-ea"/>
                <a:cs typeface="Arial" panose="020B0604020202020204" pitchFamily="34" charset="0"/>
              </a:rPr>
              <a:t>Højreklik på den flade, du vil skifte farve på, og derefter malerbøtte-ikonet (Fyldfarve til figur)</a:t>
            </a:r>
          </a:p>
          <a:p>
            <a:pPr eaLnBrk="1" hangingPunct="1">
              <a:lnSpc>
                <a:spcPct val="90000"/>
              </a:lnSpc>
              <a:spcAft>
                <a:spcPts val="600"/>
              </a:spcAft>
              <a:defRPr/>
            </a:pPr>
            <a:endParaRPr lang="da-DK" sz="1000" b="1" spc="300" noProof="1">
              <a:solidFill>
                <a:schemeClr val="tx1"/>
              </a:solidFill>
              <a:latin typeface="Consolas" panose="020B0609020204030204" pitchFamily="49" charset="0"/>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Consolas" panose="020B0609020204030204" pitchFamily="49" charset="0"/>
                <a:cs typeface="Arial" panose="020B0604020202020204" pitchFamily="34" charset="0"/>
              </a:rPr>
              <a:t>BILLEDSTØRRELSER</a:t>
            </a:r>
          </a:p>
          <a:p>
            <a:pPr eaLnBrk="1" hangingPunct="1">
              <a:lnSpc>
                <a:spcPct val="90000"/>
              </a:lnSpc>
              <a:spcAft>
                <a:spcPts val="600"/>
              </a:spcAft>
              <a:defRPr/>
            </a:pPr>
            <a:br>
              <a:rPr lang="da-DK" sz="1000" b="1" noProof="1">
                <a:solidFill>
                  <a:schemeClr val="tx1"/>
                </a:solidFill>
                <a:latin typeface="Consolas" panose="020B0609020204030204" pitchFamily="49" charset="0"/>
                <a:cs typeface="Arial" panose="020B0604020202020204" pitchFamily="34" charset="0"/>
              </a:rPr>
            </a:br>
            <a:r>
              <a:rPr lang="da-DK" sz="900" b="0" noProof="1">
                <a:solidFill>
                  <a:schemeClr val="tx1"/>
                </a:solidFill>
                <a:latin typeface="Consolas" panose="020B0609020204030204" pitchFamily="49" charset="0"/>
                <a:cs typeface="Arial" panose="020B0604020202020204" pitchFamily="34" charset="0"/>
              </a:rPr>
              <a:t>Sørg</a:t>
            </a:r>
            <a:r>
              <a:rPr lang="da-DK" sz="900" b="0" baseline="0" noProof="1">
                <a:solidFill>
                  <a:schemeClr val="tx1"/>
                </a:solidFill>
                <a:latin typeface="Consolas" panose="020B0609020204030204" pitchFamily="49" charset="0"/>
                <a:cs typeface="Arial" panose="020B0604020202020204" pitchFamily="34" charset="0"/>
              </a:rPr>
              <a:t> for at bruge højkvalitetsbilleder i de forskellige layouts. Undgå at skulle skalerer små billeder op, da dette vil gøre dem pixileret og se uprofessionelt ud. </a:t>
            </a:r>
          </a:p>
          <a:p>
            <a:pPr eaLnBrk="1" hangingPunct="1">
              <a:lnSpc>
                <a:spcPct val="90000"/>
              </a:lnSpc>
              <a:spcAft>
                <a:spcPts val="600"/>
              </a:spcAft>
              <a:defRPr/>
            </a:pPr>
            <a:r>
              <a:rPr lang="da-DK" sz="900" b="0" baseline="0" noProof="1">
                <a:solidFill>
                  <a:schemeClr val="tx1"/>
                </a:solidFill>
                <a:latin typeface="Consolas" panose="020B0609020204030204" pitchFamily="49" charset="0"/>
                <a:cs typeface="Arial" panose="020B0604020202020204" pitchFamily="34" charset="0"/>
              </a:rPr>
              <a:t>Via Skyfish vil i kunne søge og downloade højkvalitetsbilleder fra AAU. </a:t>
            </a:r>
          </a:p>
          <a:p>
            <a:pPr eaLnBrk="1" hangingPunct="1">
              <a:lnSpc>
                <a:spcPct val="90000"/>
              </a:lnSpc>
              <a:spcAft>
                <a:spcPts val="600"/>
              </a:spcAft>
              <a:defRPr/>
            </a:pPr>
            <a:r>
              <a:rPr lang="da-DK" sz="900" b="0" baseline="0" noProof="1">
                <a:solidFill>
                  <a:schemeClr val="tx1"/>
                </a:solidFill>
                <a:latin typeface="Consolas" panose="020B0609020204030204" pitchFamily="49" charset="0"/>
                <a:cs typeface="Arial" panose="020B0604020202020204" pitchFamily="34" charset="0"/>
              </a:rPr>
              <a:t>Mange højkvalitetsbilleder giver selvfølgelig en stor filstørrelse på PowerPointen. Hvis dette bliver et problem, kan det løses når i gemmer præsentationen under: </a:t>
            </a:r>
            <a:br>
              <a:rPr lang="da-DK" sz="900" b="0" baseline="0" noProof="1">
                <a:solidFill>
                  <a:schemeClr val="tx1"/>
                </a:solidFill>
                <a:latin typeface="Consolas" panose="020B0609020204030204" pitchFamily="49" charset="0"/>
                <a:cs typeface="Arial" panose="020B0604020202020204" pitchFamily="34" charset="0"/>
              </a:rPr>
            </a:br>
            <a:r>
              <a:rPr lang="da-DK" sz="900" b="1" baseline="0" noProof="1">
                <a:solidFill>
                  <a:schemeClr val="tx1"/>
                </a:solidFill>
                <a:latin typeface="Consolas" panose="020B0609020204030204" pitchFamily="49" charset="0"/>
                <a:cs typeface="Arial" panose="020B0604020202020204" pitchFamily="34" charset="0"/>
              </a:rPr>
              <a:t>Gem som  - Gennemse - Komprimeringsindstillinger. </a:t>
            </a:r>
            <a:r>
              <a:rPr lang="da-DK" sz="900" b="0" baseline="0" noProof="1">
                <a:solidFill>
                  <a:schemeClr val="tx1"/>
                </a:solidFill>
                <a:latin typeface="Consolas" panose="020B0609020204030204" pitchFamily="49" charset="0"/>
                <a:cs typeface="Arial" panose="020B0604020202020204" pitchFamily="34" charset="0"/>
              </a:rPr>
              <a:t>Sørg dog for ikke at gemme under 150 ppi. </a:t>
            </a:r>
          </a:p>
        </p:txBody>
      </p:sp>
      <p:sp>
        <p:nvSpPr>
          <p:cNvPr id="13" name="Text Box 48"/>
          <p:cNvSpPr txBox="1">
            <a:spLocks noChangeArrowheads="1"/>
          </p:cNvSpPr>
          <p:nvPr userDrawn="1"/>
        </p:nvSpPr>
        <p:spPr bwMode="auto">
          <a:xfrm>
            <a:off x="9116078" y="1959811"/>
            <a:ext cx="2285301" cy="4064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Consolas" panose="020B0609020204030204" pitchFamily="49" charset="0"/>
                <a:ea typeface="+mn-ea"/>
                <a:cs typeface="Arial" panose="020B0604020202020204" pitchFamily="34" charset="0"/>
              </a:rPr>
              <a:t>INDSÆT BILLEDE</a:t>
            </a:r>
          </a:p>
          <a:p>
            <a:pPr eaLnBrk="1" hangingPunct="1">
              <a:lnSpc>
                <a:spcPct val="90000"/>
              </a:lnSpc>
              <a:spcAft>
                <a:spcPts val="600"/>
              </a:spcAft>
              <a:defRPr/>
            </a:pPr>
            <a:br>
              <a:rPr lang="da-DK" sz="1100" b="1" kern="1200" noProof="1">
                <a:solidFill>
                  <a:schemeClr val="tx1"/>
                </a:solidFill>
                <a:latin typeface="Consolas" panose="020B0609020204030204" pitchFamily="49" charset="0"/>
                <a:ea typeface="+mn-ea"/>
                <a:cs typeface="Arial" panose="020B0604020202020204" pitchFamily="34" charset="0"/>
              </a:rPr>
            </a:br>
            <a:r>
              <a:rPr lang="da-DK" sz="900" b="0" kern="1200" noProof="1">
                <a:solidFill>
                  <a:schemeClr val="tx1"/>
                </a:solidFill>
                <a:latin typeface="Consolas" panose="020B0609020204030204" pitchFamily="49" charset="0"/>
                <a:ea typeface="+mn-ea"/>
                <a:cs typeface="Arial" panose="020B0604020202020204" pitchFamily="34" charset="0"/>
              </a:rPr>
              <a:t>På layouts med billedholder: Klik på ikon og vælg </a:t>
            </a:r>
            <a:r>
              <a:rPr lang="da-DK" sz="900" b="1" kern="1200" noProof="1">
                <a:solidFill>
                  <a:schemeClr val="tx1"/>
                </a:solidFill>
                <a:latin typeface="Consolas" panose="020B0609020204030204" pitchFamily="49" charset="0"/>
                <a:ea typeface="+mn-ea"/>
                <a:cs typeface="Arial" panose="020B0604020202020204" pitchFamily="34" charset="0"/>
              </a:rPr>
              <a:t>Indsæt</a:t>
            </a:r>
          </a:p>
          <a:p>
            <a:pPr eaLnBrk="1" hangingPunct="1">
              <a:lnSpc>
                <a:spcPct val="90000"/>
              </a:lnSpc>
              <a:spcAft>
                <a:spcPts val="600"/>
              </a:spcAft>
              <a:defRPr/>
            </a:pPr>
            <a:r>
              <a:rPr lang="da-DK" sz="900" b="0" kern="1200" noProof="1">
                <a:solidFill>
                  <a:schemeClr val="tx1"/>
                </a:solidFill>
                <a:latin typeface="Consolas" panose="020B0609020204030204" pitchFamily="49" charset="0"/>
                <a:ea typeface="+mn-ea"/>
                <a:cs typeface="Arial" panose="020B0604020202020204" pitchFamily="34" charset="0"/>
              </a:rPr>
              <a:t>Teksten ”Klik her, hvis du vil udskifte billedet” bliver ikke vist i din præsentation.  </a:t>
            </a:r>
          </a:p>
          <a:p>
            <a:pPr eaLnBrk="1" hangingPunct="1">
              <a:lnSpc>
                <a:spcPct val="90000"/>
              </a:lnSpc>
              <a:spcAft>
                <a:spcPts val="600"/>
              </a:spcAft>
              <a:defRPr/>
            </a:pPr>
            <a:endParaRPr lang="da-DK" sz="1000" b="1" noProof="1">
              <a:solidFill>
                <a:schemeClr val="tx1"/>
              </a:solidFill>
              <a:latin typeface="Consolas" panose="020B0609020204030204" pitchFamily="49" charset="0"/>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Consolas" panose="020B0609020204030204" pitchFamily="49" charset="0"/>
                <a:cs typeface="Arial" panose="020B0604020202020204" pitchFamily="34" charset="0"/>
              </a:rPr>
              <a:t>BESKÆR BILLEDE</a:t>
            </a:r>
          </a:p>
          <a:p>
            <a:pPr eaLnBrk="1" hangingPunct="1">
              <a:lnSpc>
                <a:spcPct val="90000"/>
              </a:lnSpc>
              <a:spcAft>
                <a:spcPts val="600"/>
              </a:spcAft>
              <a:defRPr/>
            </a:pPr>
            <a:br>
              <a:rPr lang="da-DK" sz="1000" b="1" noProof="1">
                <a:solidFill>
                  <a:schemeClr val="tx1"/>
                </a:solidFill>
                <a:latin typeface="Consolas" panose="020B0609020204030204" pitchFamily="49" charset="0"/>
                <a:cs typeface="Arial" panose="020B0604020202020204" pitchFamily="34" charset="0"/>
              </a:rPr>
            </a:br>
            <a:r>
              <a:rPr lang="da-DK" sz="900" b="1" kern="1200" noProof="1">
                <a:solidFill>
                  <a:schemeClr val="tx1"/>
                </a:solidFill>
                <a:latin typeface="Consolas" panose="020B0609020204030204" pitchFamily="49" charset="0"/>
                <a:ea typeface="+mn-ea"/>
                <a:cs typeface="Arial" panose="020B0604020202020204" pitchFamily="34" charset="0"/>
              </a:rPr>
              <a:t>1</a:t>
            </a:r>
            <a:r>
              <a:rPr lang="da-DK" sz="900" b="0" kern="1200" noProof="1">
                <a:solidFill>
                  <a:schemeClr val="tx1"/>
                </a:solidFill>
                <a:latin typeface="Consolas" panose="020B0609020204030204" pitchFamily="49" charset="0"/>
                <a:ea typeface="+mn-ea"/>
                <a:cs typeface="Arial" panose="020B0604020202020204" pitchFamily="34" charset="0"/>
              </a:rPr>
              <a:t>. Klik </a:t>
            </a:r>
            <a:r>
              <a:rPr lang="da-DK" sz="900" b="1" kern="1200" noProof="1">
                <a:solidFill>
                  <a:schemeClr val="tx1"/>
                </a:solidFill>
                <a:latin typeface="Consolas" panose="020B0609020204030204" pitchFamily="49" charset="0"/>
                <a:ea typeface="+mn-ea"/>
                <a:cs typeface="Arial" panose="020B0604020202020204" pitchFamily="34" charset="0"/>
              </a:rPr>
              <a:t>Beskær</a:t>
            </a:r>
            <a:r>
              <a:rPr lang="da-DK" sz="900" b="0" kern="1200" noProof="1">
                <a:solidFill>
                  <a:schemeClr val="tx1"/>
                </a:solidFill>
                <a:latin typeface="Consolas" panose="020B0609020204030204" pitchFamily="49" charset="0"/>
                <a:ea typeface="+mn-ea"/>
                <a:cs typeface="Arial" panose="020B0604020202020204" pitchFamily="34" charset="0"/>
              </a:rPr>
              <a:t> </a:t>
            </a:r>
            <a:r>
              <a:rPr lang="da-DK" sz="900" b="0" i="1" kern="1200" noProof="1">
                <a:solidFill>
                  <a:schemeClr val="tx1"/>
                </a:solidFill>
                <a:latin typeface="Consolas" panose="020B0609020204030204" pitchFamily="49" charset="0"/>
                <a:ea typeface="+mn-ea"/>
                <a:cs typeface="Arial" panose="020B0604020202020204" pitchFamily="34" charset="0"/>
              </a:rPr>
              <a:t>(højreklik på billedet og tryk på ikonet som er vist til højre) </a:t>
            </a:r>
            <a:r>
              <a:rPr lang="da-DK" sz="900" b="0" kern="1200" noProof="1">
                <a:solidFill>
                  <a:schemeClr val="tx1"/>
                </a:solidFill>
                <a:latin typeface="Consolas" panose="020B0609020204030204" pitchFamily="49" charset="0"/>
                <a:ea typeface="+mn-ea"/>
                <a:cs typeface="Arial" panose="020B0604020202020204" pitchFamily="34" charset="0"/>
              </a:rPr>
              <a:t>for at ændre billedets fokus/størrelse</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Arial" panose="020B0604020202020204" pitchFamily="34" charset="0"/>
              </a:rPr>
              <a:t>2. </a:t>
            </a:r>
            <a:r>
              <a:rPr lang="da-DK" sz="900" b="0" kern="1200" noProof="1">
                <a:solidFill>
                  <a:schemeClr val="tx1"/>
                </a:solidFill>
                <a:latin typeface="Consolas" panose="020B0609020204030204" pitchFamily="49" charset="0"/>
                <a:ea typeface="+mn-ea"/>
                <a:cs typeface="Arial" panose="020B0604020202020204" pitchFamily="34" charset="0"/>
              </a:rPr>
              <a:t>Ønsker du at skalere billedet </a:t>
            </a:r>
            <a:r>
              <a:rPr lang="da-DK" sz="900" i="1" kern="1200" noProof="1">
                <a:solidFill>
                  <a:schemeClr val="tx1"/>
                </a:solidFill>
                <a:latin typeface="Consolas" panose="020B0609020204030204" pitchFamily="49" charset="0"/>
                <a:ea typeface="+mn-ea"/>
                <a:cs typeface="Arial" panose="020B0604020202020204" pitchFamily="34" charset="0"/>
              </a:rPr>
              <a:t>(ændre billedets størrelse uden at ændre dets proportioner)</a:t>
            </a:r>
            <a:r>
              <a:rPr lang="da-DK" sz="900" b="0" i="1" kern="1200" noProof="1">
                <a:solidFill>
                  <a:schemeClr val="tx1"/>
                </a:solidFill>
                <a:latin typeface="Consolas" panose="020B0609020204030204" pitchFamily="49" charset="0"/>
                <a:ea typeface="+mn-ea"/>
                <a:cs typeface="Arial" panose="020B0604020202020204" pitchFamily="34" charset="0"/>
              </a:rPr>
              <a:t>, </a:t>
            </a:r>
            <a:r>
              <a:rPr lang="da-DK" sz="900" b="0" kern="1200" noProof="1">
                <a:solidFill>
                  <a:schemeClr val="tx1"/>
                </a:solidFill>
                <a:latin typeface="Consolas" panose="020B0609020204030204" pitchFamily="49" charset="0"/>
                <a:ea typeface="+mn-ea"/>
                <a:cs typeface="Arial" panose="020B0604020202020204" pitchFamily="34" charset="0"/>
              </a:rPr>
              <a:t>så hold </a:t>
            </a:r>
            <a:r>
              <a:rPr lang="da-DK" sz="900" b="1" kern="1200" noProof="1">
                <a:solidFill>
                  <a:schemeClr val="tx1"/>
                </a:solidFill>
                <a:latin typeface="Consolas" panose="020B0609020204030204" pitchFamily="49" charset="0"/>
                <a:ea typeface="+mn-ea"/>
                <a:cs typeface="Arial" panose="020B0604020202020204" pitchFamily="34" charset="0"/>
              </a:rPr>
              <a:t>SHIFT</a:t>
            </a:r>
            <a:r>
              <a:rPr lang="da-DK" sz="900" b="0" kern="1200" noProof="1">
                <a:solidFill>
                  <a:schemeClr val="tx1"/>
                </a:solidFill>
                <a:latin typeface="Consolas" panose="020B0609020204030204" pitchFamily="49" charset="0"/>
                <a:ea typeface="+mn-ea"/>
                <a:cs typeface="Arial" panose="020B0604020202020204" pitchFamily="34" charset="0"/>
              </a:rPr>
              <a:t>-knappen nede, mens du trækker i billedets hjørner</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Arial" panose="020B0604020202020204" pitchFamily="34" charset="0"/>
              </a:rPr>
              <a:t>3. </a:t>
            </a:r>
            <a:r>
              <a:rPr lang="da-DK" sz="900" b="0" kern="1200" noProof="1">
                <a:solidFill>
                  <a:schemeClr val="tx1"/>
                </a:solidFill>
                <a:latin typeface="Consolas" panose="020B0609020204030204" pitchFamily="49" charset="0"/>
                <a:ea typeface="+mn-ea"/>
                <a:cs typeface="Arial" panose="020B0604020202020204" pitchFamily="34" charset="0"/>
              </a:rPr>
              <a:t>Højreklik på billedet og vælg </a:t>
            </a:r>
            <a:r>
              <a:rPr lang="da-DK" sz="900" b="1" kern="1200" noProof="1">
                <a:solidFill>
                  <a:schemeClr val="tx1"/>
                </a:solidFill>
                <a:latin typeface="Consolas" panose="020B0609020204030204" pitchFamily="49" charset="0"/>
                <a:ea typeface="+mn-ea"/>
                <a:cs typeface="Arial" panose="020B0604020202020204" pitchFamily="34" charset="0"/>
              </a:rPr>
              <a:t>Placer bagerst</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Arial" panose="020B0604020202020204" pitchFamily="34" charset="0"/>
              </a:rPr>
              <a:t>Tip: </a:t>
            </a:r>
            <a:r>
              <a:rPr lang="da-DK" sz="900" b="0" kern="1200" noProof="1">
                <a:solidFill>
                  <a:schemeClr val="tx1"/>
                </a:solidFill>
                <a:latin typeface="Consolas" panose="020B0609020204030204" pitchFamily="49" charset="0"/>
                <a:ea typeface="+mn-ea"/>
                <a:cs typeface="Arial" panose="020B0604020202020204" pitchFamily="34" charset="0"/>
              </a:rPr>
              <a:t>Hvis du sletter billedet og indsætter et nyt, kan billedet lægge sig foran tekst og grafik. Hvis dette sker, skal du vælge billedet, højreklikke og vælge </a:t>
            </a:r>
            <a:r>
              <a:rPr lang="da-DK" sz="900" b="1" kern="1200" noProof="1">
                <a:solidFill>
                  <a:schemeClr val="tx1"/>
                </a:solidFill>
                <a:latin typeface="Consolas" panose="020B0609020204030204" pitchFamily="49" charset="0"/>
                <a:ea typeface="+mn-ea"/>
                <a:cs typeface="Arial" panose="020B0604020202020204" pitchFamily="34" charset="0"/>
              </a:rPr>
              <a:t>Placer bagerst</a:t>
            </a:r>
          </a:p>
        </p:txBody>
      </p:sp>
      <p:sp>
        <p:nvSpPr>
          <p:cNvPr id="15" name="Text Box 48"/>
          <p:cNvSpPr txBox="1">
            <a:spLocks noChangeArrowheads="1"/>
          </p:cNvSpPr>
          <p:nvPr userDrawn="1"/>
        </p:nvSpPr>
        <p:spPr bwMode="auto">
          <a:xfrm>
            <a:off x="9116078" y="5936014"/>
            <a:ext cx="2517848" cy="7140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spc="300" noProof="1">
                <a:solidFill>
                  <a:schemeClr val="tx1"/>
                </a:solidFill>
                <a:latin typeface="Consolas" panose="020B0609020204030204" pitchFamily="49" charset="0"/>
                <a:cs typeface="Arial" panose="020B0604020202020204" pitchFamily="34" charset="0"/>
              </a:rPr>
              <a:t>MERE INFORMATION</a:t>
            </a:r>
          </a:p>
          <a:p>
            <a:pPr eaLnBrk="1" hangingPunct="1">
              <a:lnSpc>
                <a:spcPct val="90000"/>
              </a:lnSpc>
              <a:spcAft>
                <a:spcPts val="600"/>
              </a:spcAft>
              <a:defRPr/>
            </a:pPr>
            <a:br>
              <a:rPr lang="da-DK" sz="900" b="1" noProof="1">
                <a:solidFill>
                  <a:schemeClr val="tx1"/>
                </a:solidFill>
                <a:latin typeface="Consolas" panose="020B0609020204030204" pitchFamily="49" charset="0"/>
                <a:cs typeface="Arial" panose="020B0604020202020204" pitchFamily="34" charset="0"/>
              </a:rPr>
            </a:br>
            <a:r>
              <a:rPr lang="da-DK" sz="900" b="0" noProof="1">
                <a:solidFill>
                  <a:schemeClr val="tx1"/>
                </a:solidFill>
                <a:latin typeface="Consolas" panose="020B0609020204030204" pitchFamily="49" charset="0"/>
                <a:cs typeface="Arial" panose="020B0604020202020204" pitchFamily="34" charset="0"/>
              </a:rPr>
              <a:t>Se</a:t>
            </a:r>
            <a:r>
              <a:rPr lang="da-DK" sz="900" b="0" baseline="0" noProof="1">
                <a:solidFill>
                  <a:schemeClr val="tx1"/>
                </a:solidFill>
                <a:latin typeface="Consolas" panose="020B0609020204030204" pitchFamily="49" charset="0"/>
                <a:cs typeface="Arial" panose="020B0604020202020204" pitchFamily="34" charset="0"/>
              </a:rPr>
              <a:t> designguiden</a:t>
            </a:r>
            <a:r>
              <a:rPr lang="da-DK" sz="900" b="0" noProof="1">
                <a:solidFill>
                  <a:schemeClr val="tx1"/>
                </a:solidFill>
                <a:latin typeface="Consolas" panose="020B0609020204030204" pitchFamily="49" charset="0"/>
                <a:cs typeface="Arial" panose="020B0604020202020204" pitchFamily="34" charset="0"/>
              </a:rPr>
              <a:t> på</a:t>
            </a:r>
            <a:br>
              <a:rPr lang="da-DK" sz="900" b="0" baseline="0" noProof="1">
                <a:solidFill>
                  <a:schemeClr val="tx1"/>
                </a:solidFill>
                <a:latin typeface="Consolas" panose="020B0609020204030204" pitchFamily="49" charset="0"/>
                <a:cs typeface="Arial" panose="020B0604020202020204" pitchFamily="34" charset="0"/>
              </a:rPr>
            </a:br>
            <a:r>
              <a:rPr lang="da-DK" sz="900" b="0" kern="1200" baseline="0" dirty="0">
                <a:solidFill>
                  <a:schemeClr val="tx1"/>
                </a:solidFill>
                <a:effectLst/>
                <a:latin typeface="Consolas" panose="020B0609020204030204" pitchFamily="49" charset="0"/>
                <a:ea typeface="Calibri" panose="020F0502020204030204" pitchFamily="34" charset="0"/>
                <a:cs typeface="Times New Roman" panose="02020603050405020304" pitchFamily="18" charset="0"/>
                <a:hlinkClick r:id="rId2"/>
              </a:rPr>
              <a:t>www.design.aau.dk/skabeloner/powerpoint</a:t>
            </a:r>
            <a:endParaRPr lang="da-DK" sz="900" b="0" noProof="1">
              <a:solidFill>
                <a:schemeClr val="accent4"/>
              </a:solidFill>
              <a:latin typeface="Consolas" panose="020B0609020204030204" pitchFamily="49" charset="0"/>
              <a:cs typeface="Arial" panose="020B0604020202020204" pitchFamily="34" charset="0"/>
            </a:endParaRPr>
          </a:p>
        </p:txBody>
      </p:sp>
      <p:sp>
        <p:nvSpPr>
          <p:cNvPr id="16" name="Text Box 48"/>
          <p:cNvSpPr txBox="1">
            <a:spLocks noChangeArrowheads="1"/>
          </p:cNvSpPr>
          <p:nvPr userDrawn="1"/>
        </p:nvSpPr>
        <p:spPr bwMode="auto">
          <a:xfrm>
            <a:off x="3428374" y="1959811"/>
            <a:ext cx="2327618" cy="41072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330" rtl="0" eaLnBrk="1" fontAlgn="auto" latinLnBrk="0" hangingPunct="1">
              <a:lnSpc>
                <a:spcPct val="100000"/>
              </a:lnSpc>
              <a:spcBef>
                <a:spcPts val="0"/>
              </a:spcBef>
              <a:spcAft>
                <a:spcPts val="600"/>
              </a:spcAft>
              <a:buClrTx/>
              <a:buSzTx/>
              <a:buFontTx/>
              <a:buNone/>
              <a:tabLst/>
              <a:defRPr/>
            </a:pPr>
            <a:r>
              <a:rPr lang="da-DK" sz="1000" b="1" kern="1200" spc="300" noProof="1">
                <a:solidFill>
                  <a:schemeClr val="tx1"/>
                </a:solidFill>
                <a:latin typeface="Consolas" panose="020B0609020204030204" pitchFamily="49" charset="0"/>
                <a:ea typeface="+mn-ea"/>
                <a:cs typeface="Arial" panose="020B0604020202020204" pitchFamily="34" charset="0"/>
              </a:rPr>
              <a:t>LAV NYT DIAS/SLIDE </a:t>
            </a:r>
            <a:r>
              <a:rPr lang="da-DK" sz="900" b="0" kern="1200" spc="0" noProof="1">
                <a:solidFill>
                  <a:schemeClr val="tx1"/>
                </a:solidFill>
                <a:latin typeface="Consolas" panose="020B0609020204030204" pitchFamily="49" charset="0"/>
                <a:ea typeface="+mn-ea"/>
                <a:cs typeface="Arial" panose="020B0604020202020204" pitchFamily="34" charset="0"/>
              </a:rPr>
              <a:t>(HHV. 2010- + 2013- OG 2016-VERSION)</a:t>
            </a:r>
          </a:p>
          <a:p>
            <a:pPr marL="0" marR="0" lvl="0" indent="0" algn="l" defTabSz="914330" rtl="0" eaLnBrk="1" fontAlgn="auto" latinLnBrk="0" hangingPunct="1">
              <a:lnSpc>
                <a:spcPct val="100000"/>
              </a:lnSpc>
              <a:spcBef>
                <a:spcPts val="0"/>
              </a:spcBef>
              <a:spcAft>
                <a:spcPts val="600"/>
              </a:spcAft>
              <a:buClrTx/>
              <a:buSzTx/>
              <a:buFontTx/>
              <a:buNone/>
              <a:tabLst/>
              <a:defRPr/>
            </a:pPr>
            <a:r>
              <a:rPr lang="da-DK" sz="900" b="0" kern="1200" spc="0" noProof="1">
                <a:solidFill>
                  <a:schemeClr val="tx1"/>
                </a:solidFill>
                <a:latin typeface="Consolas" panose="020B0609020204030204" pitchFamily="49" charset="0"/>
                <a:ea typeface="+mn-ea"/>
                <a:cs typeface="Arial" panose="020B0604020202020204" pitchFamily="34" charset="0"/>
              </a:rPr>
              <a:t> </a:t>
            </a:r>
            <a:br>
              <a:rPr lang="da-DK" sz="800" b="1" kern="1200" noProof="1">
                <a:solidFill>
                  <a:schemeClr val="tx1"/>
                </a:solidFill>
                <a:latin typeface="Consolas" panose="020B0609020204030204" pitchFamily="49" charset="0"/>
                <a:ea typeface="+mn-ea"/>
                <a:cs typeface="Arial" panose="020B0604020202020204" pitchFamily="34" charset="0"/>
              </a:rPr>
            </a:br>
            <a:r>
              <a:rPr lang="da-DK" altLang="da-DK" sz="900" b="1" kern="1200" noProof="1">
                <a:solidFill>
                  <a:schemeClr val="tx1"/>
                </a:solidFill>
                <a:latin typeface="Consolas" panose="020B0609020204030204" pitchFamily="49" charset="0"/>
                <a:ea typeface="+mn-ea"/>
                <a:cs typeface="Arial" panose="020B0604020202020204" pitchFamily="34" charset="0"/>
              </a:rPr>
              <a:t>1. </a:t>
            </a:r>
            <a:r>
              <a:rPr lang="da-DK" altLang="da-DK" sz="900" kern="1200" noProof="1">
                <a:solidFill>
                  <a:schemeClr val="tx1"/>
                </a:solidFill>
                <a:latin typeface="Consolas" panose="020B0609020204030204" pitchFamily="49" charset="0"/>
                <a:ea typeface="+mn-ea"/>
                <a:cs typeface="Arial" panose="020B0604020202020204" pitchFamily="34" charset="0"/>
              </a:rPr>
              <a:t>Klik på </a:t>
            </a:r>
            <a:r>
              <a:rPr lang="da-DK" altLang="da-DK" sz="900" b="1" kern="1200" noProof="1">
                <a:solidFill>
                  <a:schemeClr val="tx1"/>
                </a:solidFill>
                <a:latin typeface="Consolas" panose="020B0609020204030204" pitchFamily="49" charset="0"/>
                <a:ea typeface="+mn-ea"/>
                <a:cs typeface="Arial" panose="020B0604020202020204" pitchFamily="34" charset="0"/>
              </a:rPr>
              <a:t>Startside/Hjem</a:t>
            </a:r>
          </a:p>
          <a:p>
            <a:pPr eaLnBrk="1" hangingPunct="1">
              <a:lnSpc>
                <a:spcPct val="100000"/>
              </a:lnSpc>
              <a:spcAft>
                <a:spcPts val="600"/>
              </a:spcAft>
              <a:defRPr/>
            </a:pPr>
            <a:r>
              <a:rPr lang="da-DK" altLang="da-DK" sz="900" b="1" noProof="1">
                <a:solidFill>
                  <a:schemeClr val="tx1"/>
                </a:solidFill>
                <a:latin typeface="Consolas" panose="020B0609020204030204" pitchFamily="49" charset="0"/>
                <a:cs typeface="Arial" panose="020B0604020202020204" pitchFamily="34" charset="0"/>
              </a:rPr>
              <a:t>2.</a:t>
            </a:r>
            <a:r>
              <a:rPr lang="da-DK" altLang="da-DK" sz="900" b="1" baseline="0" noProof="1">
                <a:solidFill>
                  <a:schemeClr val="tx1"/>
                </a:solidFill>
                <a:latin typeface="Consolas" panose="020B0609020204030204" pitchFamily="49" charset="0"/>
                <a:cs typeface="Arial" panose="020B0604020202020204" pitchFamily="34" charset="0"/>
              </a:rPr>
              <a:t> </a:t>
            </a:r>
            <a:r>
              <a:rPr lang="da-DK" altLang="da-DK" sz="900" baseline="0" noProof="1">
                <a:solidFill>
                  <a:schemeClr val="tx1"/>
                </a:solidFill>
                <a:latin typeface="Consolas" panose="020B0609020204030204" pitchFamily="49" charset="0"/>
                <a:cs typeface="Arial" panose="020B0604020202020204" pitchFamily="34" charset="0"/>
              </a:rPr>
              <a:t>Under knappen </a:t>
            </a:r>
            <a:r>
              <a:rPr lang="da-DK" altLang="da-DK" sz="900" b="1" baseline="0" noProof="1">
                <a:solidFill>
                  <a:schemeClr val="tx1"/>
                </a:solidFill>
                <a:latin typeface="Consolas" panose="020B0609020204030204" pitchFamily="49" charset="0"/>
                <a:cs typeface="Arial" panose="020B0604020202020204" pitchFamily="34" charset="0"/>
              </a:rPr>
              <a:t>Nyt dias/Nyt slide</a:t>
            </a:r>
            <a:r>
              <a:rPr lang="da-DK" altLang="da-DK" sz="900" baseline="0" noProof="1">
                <a:solidFill>
                  <a:schemeClr val="tx1"/>
                </a:solidFill>
                <a:latin typeface="Consolas" panose="020B0609020204030204" pitchFamily="49" charset="0"/>
                <a:cs typeface="Arial" panose="020B0604020202020204" pitchFamily="34" charset="0"/>
              </a:rPr>
              <a:t>. Klik på øverste del af knappen for at oprette i et dias/slide magen til det markerede. Klik på nederste del for at se et udvalg af mulige layoutvalg med AAU-design. </a:t>
            </a:r>
          </a:p>
          <a:p>
            <a:pPr eaLnBrk="1" hangingPunct="1">
              <a:spcAft>
                <a:spcPts val="600"/>
              </a:spcAft>
              <a:defRPr/>
            </a:pPr>
            <a:endParaRPr lang="da-DK" altLang="da-DK" sz="900" baseline="0" noProof="1">
              <a:solidFill>
                <a:schemeClr val="tx1"/>
              </a:solidFill>
              <a:latin typeface="Consolas" panose="020B0609020204030204" pitchFamily="49" charset="0"/>
              <a:cs typeface="Arial" panose="020B0604020202020204" pitchFamily="34" charset="0"/>
            </a:endParaRPr>
          </a:p>
          <a:p>
            <a:pPr eaLnBrk="1" hangingPunct="1">
              <a:lnSpc>
                <a:spcPct val="90000"/>
              </a:lnSpc>
              <a:spcAft>
                <a:spcPts val="0"/>
              </a:spcAft>
              <a:defRPr/>
            </a:pPr>
            <a:r>
              <a:rPr lang="da-DK" sz="1000" b="1" kern="1200" spc="300" noProof="1">
                <a:solidFill>
                  <a:schemeClr val="tx1"/>
                </a:solidFill>
                <a:latin typeface="Consolas" panose="020B0609020204030204" pitchFamily="49" charset="0"/>
                <a:ea typeface="+mn-ea"/>
                <a:cs typeface="Arial" panose="020B0604020202020204" pitchFamily="34" charset="0"/>
              </a:rPr>
              <a:t>GITTER- OG HJÆLPELINJER</a:t>
            </a:r>
          </a:p>
          <a:p>
            <a:pPr eaLnBrk="1" hangingPunct="1">
              <a:lnSpc>
                <a:spcPct val="90000"/>
              </a:lnSpc>
              <a:spcAft>
                <a:spcPts val="0"/>
              </a:spcAft>
              <a:defRPr/>
            </a:pPr>
            <a:endParaRPr lang="da-DK" sz="1000" b="1" kern="1200" spc="300" noProof="1">
              <a:solidFill>
                <a:schemeClr val="tx1"/>
              </a:solidFill>
              <a:latin typeface="Consolas" panose="020B0609020204030204" pitchFamily="49" charset="0"/>
              <a:ea typeface="+mn-ea"/>
              <a:cs typeface="Arial" panose="020B0604020202020204" pitchFamily="34" charset="0"/>
            </a:endParaRPr>
          </a:p>
          <a:p>
            <a:pPr eaLnBrk="1" hangingPunct="1">
              <a:lnSpc>
                <a:spcPct val="90000"/>
              </a:lnSpc>
              <a:spcAft>
                <a:spcPts val="600"/>
              </a:spcAft>
              <a:defRPr/>
            </a:pPr>
            <a:r>
              <a:rPr lang="da-DK" sz="900" b="0" kern="1200" noProof="1">
                <a:solidFill>
                  <a:schemeClr val="tx1"/>
                </a:solidFill>
                <a:latin typeface="Consolas" panose="020B0609020204030204" pitchFamily="49" charset="0"/>
                <a:ea typeface="+mn-ea"/>
                <a:cs typeface="Arial" panose="020B0604020202020204" pitchFamily="34" charset="0"/>
              </a:rPr>
              <a:t>For at få et ensartet udtryk i vores præsentationer er der</a:t>
            </a:r>
            <a:r>
              <a:rPr lang="da-DK" sz="900" b="0" kern="1200" baseline="0" noProof="1">
                <a:solidFill>
                  <a:schemeClr val="tx1"/>
                </a:solidFill>
                <a:latin typeface="Consolas" panose="020B0609020204030204" pitchFamily="49" charset="0"/>
                <a:ea typeface="+mn-ea"/>
                <a:cs typeface="Arial" panose="020B0604020202020204" pitchFamily="34" charset="0"/>
              </a:rPr>
              <a:t> guidelines i form af </a:t>
            </a:r>
            <a:r>
              <a:rPr lang="da-DK" sz="900" b="1" kern="1200" baseline="0" noProof="1">
                <a:solidFill>
                  <a:schemeClr val="tx1"/>
                </a:solidFill>
                <a:latin typeface="Consolas" panose="020B0609020204030204" pitchFamily="49" charset="0"/>
                <a:ea typeface="+mn-ea"/>
                <a:cs typeface="Arial" panose="020B0604020202020204" pitchFamily="34" charset="0"/>
              </a:rPr>
              <a:t>Hjælpelinjer. </a:t>
            </a:r>
            <a:r>
              <a:rPr lang="da-DK" sz="900" b="0" kern="1200" baseline="0" noProof="1">
                <a:solidFill>
                  <a:schemeClr val="tx1"/>
                </a:solidFill>
                <a:latin typeface="Consolas" panose="020B0609020204030204" pitchFamily="49" charset="0"/>
                <a:ea typeface="+mn-ea"/>
                <a:cs typeface="Arial" panose="020B0604020202020204" pitchFamily="34" charset="0"/>
              </a:rPr>
              <a:t>For at se disse: </a:t>
            </a:r>
            <a:endParaRPr lang="da-DK" sz="900" b="0" kern="1200" noProof="1">
              <a:solidFill>
                <a:schemeClr val="tx1"/>
              </a:solidFill>
              <a:latin typeface="Consolas" panose="020B0609020204030204" pitchFamily="49" charset="0"/>
              <a:ea typeface="+mn-ea"/>
              <a:cs typeface="Arial" panose="020B0604020202020204" pitchFamily="34" charset="0"/>
            </a:endParaRP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Arial" panose="020B0604020202020204" pitchFamily="34" charset="0"/>
              </a:rPr>
              <a:t>1. </a:t>
            </a:r>
            <a:r>
              <a:rPr lang="da-DK" sz="900" b="0" kern="1200" noProof="1">
                <a:solidFill>
                  <a:schemeClr val="tx1"/>
                </a:solidFill>
                <a:latin typeface="Consolas" panose="020B0609020204030204" pitchFamily="49" charset="0"/>
                <a:ea typeface="+mn-ea"/>
                <a:cs typeface="Arial" panose="020B0604020202020204" pitchFamily="34" charset="0"/>
              </a:rPr>
              <a:t>Klik på </a:t>
            </a:r>
            <a:r>
              <a:rPr lang="da-DK" sz="900" b="1" kern="1200" noProof="1">
                <a:solidFill>
                  <a:schemeClr val="tx1"/>
                </a:solidFill>
                <a:latin typeface="Consolas" panose="020B0609020204030204" pitchFamily="49" charset="0"/>
                <a:ea typeface="+mn-ea"/>
                <a:cs typeface="Arial" panose="020B0604020202020204" pitchFamily="34" charset="0"/>
              </a:rPr>
              <a:t>Vis</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Arial" panose="020B0604020202020204" pitchFamily="34" charset="0"/>
              </a:rPr>
              <a:t>2. </a:t>
            </a:r>
            <a:r>
              <a:rPr lang="da-DK" sz="900" b="0" kern="1200" noProof="1">
                <a:solidFill>
                  <a:schemeClr val="tx1"/>
                </a:solidFill>
                <a:latin typeface="Consolas" panose="020B0609020204030204" pitchFamily="49" charset="0"/>
                <a:ea typeface="+mn-ea"/>
                <a:cs typeface="Arial" panose="020B0604020202020204" pitchFamily="34" charset="0"/>
              </a:rPr>
              <a:t>Vælg </a:t>
            </a:r>
            <a:r>
              <a:rPr lang="da-DK" sz="900" b="1" kern="1200" noProof="1">
                <a:solidFill>
                  <a:schemeClr val="tx1"/>
                </a:solidFill>
                <a:latin typeface="Consolas" panose="020B0609020204030204" pitchFamily="49" charset="0"/>
                <a:ea typeface="+mn-ea"/>
                <a:cs typeface="Arial" panose="020B0604020202020204" pitchFamily="34" charset="0"/>
              </a:rPr>
              <a:t>Gitterlinjer</a:t>
            </a:r>
            <a:r>
              <a:rPr lang="da-DK" sz="900" b="0" kern="1200" noProof="1">
                <a:solidFill>
                  <a:schemeClr val="tx1"/>
                </a:solidFill>
                <a:latin typeface="Consolas" panose="020B0609020204030204" pitchFamily="49" charset="0"/>
                <a:ea typeface="+mn-ea"/>
                <a:cs typeface="Arial" panose="020B0604020202020204" pitchFamily="34" charset="0"/>
              </a:rPr>
              <a:t> og/eller </a:t>
            </a:r>
            <a:r>
              <a:rPr lang="da-DK" sz="900" b="1" kern="1200" noProof="1">
                <a:solidFill>
                  <a:schemeClr val="tx1"/>
                </a:solidFill>
                <a:latin typeface="Consolas" panose="020B0609020204030204" pitchFamily="49" charset="0"/>
                <a:ea typeface="+mn-ea"/>
                <a:cs typeface="Arial" panose="020B0604020202020204" pitchFamily="34" charset="0"/>
              </a:rPr>
              <a:t>Hjælpelinjer</a:t>
            </a:r>
          </a:p>
          <a:p>
            <a:pPr eaLnBrk="1" hangingPunct="1">
              <a:lnSpc>
                <a:spcPct val="90000"/>
              </a:lnSpc>
              <a:spcAft>
                <a:spcPts val="600"/>
              </a:spcAft>
              <a:defRPr/>
            </a:pPr>
            <a:r>
              <a:rPr lang="da-DK" sz="900" b="1" kern="1200" noProof="1">
                <a:solidFill>
                  <a:srgbClr val="DF6752"/>
                </a:solidFill>
                <a:latin typeface="Consolas" panose="020B0609020204030204" pitchFamily="49" charset="0"/>
                <a:ea typeface="+mn-ea"/>
                <a:cs typeface="Arial" panose="020B0604020202020204" pitchFamily="34" charset="0"/>
              </a:rPr>
              <a:t>Tip: </a:t>
            </a:r>
            <a:r>
              <a:rPr lang="da-DK" sz="900" b="0" kern="1200" noProof="1">
                <a:solidFill>
                  <a:srgbClr val="DF6752"/>
                </a:solidFill>
                <a:latin typeface="Consolas" panose="020B0609020204030204" pitchFamily="49" charset="0"/>
                <a:ea typeface="+mn-ea"/>
                <a:cs typeface="Arial" panose="020B0604020202020204" pitchFamily="34" charset="0"/>
              </a:rPr>
              <a:t>Tryk </a:t>
            </a:r>
            <a:r>
              <a:rPr lang="da-DK" sz="900" b="1" kern="1200" noProof="1">
                <a:solidFill>
                  <a:srgbClr val="DF6752"/>
                </a:solidFill>
                <a:latin typeface="Consolas" panose="020B0609020204030204" pitchFamily="49" charset="0"/>
                <a:ea typeface="+mn-ea"/>
                <a:cs typeface="Arial" panose="020B0604020202020204" pitchFamily="34" charset="0"/>
              </a:rPr>
              <a:t>Alt + F9</a:t>
            </a:r>
            <a:r>
              <a:rPr lang="da-DK" sz="900" b="0" kern="1200" noProof="1">
                <a:solidFill>
                  <a:srgbClr val="DF6752"/>
                </a:solidFill>
                <a:latin typeface="Consolas" panose="020B0609020204030204" pitchFamily="49" charset="0"/>
                <a:ea typeface="+mn-ea"/>
                <a:cs typeface="Arial" panose="020B0604020202020204" pitchFamily="34" charset="0"/>
              </a:rPr>
              <a:t> for hurtig visning af hjælpelinjer</a:t>
            </a:r>
          </a:p>
          <a:p>
            <a:pPr eaLnBrk="1" hangingPunct="1">
              <a:spcAft>
                <a:spcPts val="600"/>
              </a:spcAft>
              <a:defRPr/>
            </a:pPr>
            <a:endParaRPr lang="da-DK" altLang="da-DK" sz="900" noProof="1">
              <a:solidFill>
                <a:schemeClr val="tx1"/>
              </a:solidFill>
              <a:latin typeface="Consolas" panose="020B0609020204030204" pitchFamily="49" charset="0"/>
              <a:cs typeface="Arial" panose="020B0604020202020204" pitchFamily="34" charset="0"/>
            </a:endParaRPr>
          </a:p>
        </p:txBody>
      </p:sp>
      <p:pic>
        <p:nvPicPr>
          <p:cNvPr id="18" name="Billede 25"/>
          <p:cNvPicPr>
            <a:picLocks noChangeAspect="1"/>
          </p:cNvPicPr>
          <p:nvPr userDrawn="1"/>
        </p:nvPicPr>
        <p:blipFill>
          <a:blip r:embed="rId3"/>
          <a:stretch>
            <a:fillRect/>
          </a:stretch>
        </p:blipFill>
        <p:spPr>
          <a:xfrm>
            <a:off x="11273427" y="2241762"/>
            <a:ext cx="368254" cy="393946"/>
          </a:xfrm>
          <a:prstGeom prst="rect">
            <a:avLst/>
          </a:prstGeom>
        </p:spPr>
      </p:pic>
      <p:pic>
        <p:nvPicPr>
          <p:cNvPr id="19" name="Billede 36"/>
          <p:cNvPicPr>
            <a:picLocks noChangeAspect="1"/>
          </p:cNvPicPr>
          <p:nvPr userDrawn="1"/>
        </p:nvPicPr>
        <p:blipFill>
          <a:blip r:embed="rId4"/>
          <a:stretch>
            <a:fillRect/>
          </a:stretch>
        </p:blipFill>
        <p:spPr>
          <a:xfrm>
            <a:off x="11265672" y="3658525"/>
            <a:ext cx="416717" cy="397335"/>
          </a:xfrm>
          <a:prstGeom prst="rect">
            <a:avLst/>
          </a:prstGeom>
        </p:spPr>
      </p:pic>
      <p:pic>
        <p:nvPicPr>
          <p:cNvPr id="21" name="Billede 39"/>
          <p:cNvPicPr>
            <a:picLocks noChangeAspect="1"/>
          </p:cNvPicPr>
          <p:nvPr userDrawn="1"/>
        </p:nvPicPr>
        <p:blipFill rotWithShape="1">
          <a:blip r:embed="rId5"/>
          <a:srcRect l="2931" r="60888"/>
          <a:stretch/>
        </p:blipFill>
        <p:spPr>
          <a:xfrm>
            <a:off x="5729521" y="2621888"/>
            <a:ext cx="319516" cy="568784"/>
          </a:xfrm>
          <a:prstGeom prst="rect">
            <a:avLst/>
          </a:prstGeom>
        </p:spPr>
      </p:pic>
      <p:sp>
        <p:nvSpPr>
          <p:cNvPr id="22" name="Rektangel 21"/>
          <p:cNvSpPr/>
          <p:nvPr userDrawn="1"/>
        </p:nvSpPr>
        <p:spPr>
          <a:xfrm>
            <a:off x="509551" y="510317"/>
            <a:ext cx="6096000" cy="1200329"/>
          </a:xfrm>
          <a:prstGeom prst="rect">
            <a:avLst/>
          </a:prstGeom>
        </p:spPr>
        <p:txBody>
          <a:bodyPr>
            <a:spAutoFit/>
          </a:bodyPr>
          <a:lstStyle/>
          <a:p>
            <a:r>
              <a:rPr lang="en-US" sz="3600" b="1" spc="300" dirty="0">
                <a:latin typeface="Consolas" panose="020B0609020204030204" pitchFamily="49" charset="0"/>
              </a:rPr>
              <a:t>BRUGERGUIDE</a:t>
            </a:r>
            <a:br>
              <a:rPr lang="en-US" sz="3600" b="1" spc="300" dirty="0">
                <a:latin typeface="Consolas" panose="020B0609020204030204" pitchFamily="49" charset="0"/>
              </a:rPr>
            </a:br>
            <a:endParaRPr lang="da-DK" sz="3600" b="1" spc="300" dirty="0">
              <a:latin typeface="Consolas" panose="020B0609020204030204" pitchFamily="49" charset="0"/>
            </a:endParaRPr>
          </a:p>
        </p:txBody>
      </p:sp>
    </p:spTree>
    <p:extLst>
      <p:ext uri="{BB962C8B-B14F-4D97-AF65-F5344CB8AC3E}">
        <p14:creationId xmlns:p14="http://schemas.microsoft.com/office/powerpoint/2010/main" val="3666039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Præsentation">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latin typeface="Consolas" panose="020B0609020204030204" pitchFamily="49" charset="0"/>
              </a:defRPr>
            </a:lvl1pPr>
          </a:lstStyle>
          <a:p>
            <a:r>
              <a:rPr lang="en-US"/>
              <a:t>AALBORG UNIVERSITET</a:t>
            </a:r>
            <a:br>
              <a:rPr lang="en-US"/>
            </a:br>
            <a:r>
              <a:rPr lang="en-US"/>
              <a:t>OVERSKRIFT</a:t>
            </a:r>
            <a:endParaRPr lang="en-US" dirty="0"/>
          </a:p>
        </p:txBody>
      </p:sp>
      <p:sp>
        <p:nvSpPr>
          <p:cNvPr id="3" name="Pladsholder til tekst 2"/>
          <p:cNvSpPr>
            <a:spLocks noGrp="1"/>
          </p:cNvSpPr>
          <p:nvPr>
            <p:ph type="body" sz="quarter" idx="12" hasCustomPrompt="1"/>
          </p:nvPr>
        </p:nvSpPr>
        <p:spPr>
          <a:xfrm>
            <a:off x="2441575" y="3827463"/>
            <a:ext cx="7341129" cy="412750"/>
          </a:xfrm>
          <a:solidFill>
            <a:schemeClr val="bg1"/>
          </a:solidFill>
        </p:spPr>
        <p:txBody>
          <a:bodyPr>
            <a:noAutofit/>
          </a:bodyPr>
          <a:lstStyle>
            <a:lvl1pPr marL="0" indent="0" algn="ctr">
              <a:buFontTx/>
              <a:buNone/>
              <a:defRPr sz="1800" spc="300" baseline="0">
                <a:latin typeface="Consolas" panose="020B0609020204030204" pitchFamily="49" charset="0"/>
              </a:defRPr>
            </a:lvl1pPr>
          </a:lstStyle>
          <a:p>
            <a:pPr lvl="0"/>
            <a:r>
              <a:rPr lang="da-DK"/>
              <a:t>AF </a:t>
            </a:r>
            <a:r>
              <a:rPr lang="da-DK" dirty="0"/>
              <a:t>NAVN NAVNESEN</a:t>
            </a:r>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ause">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latin typeface="Consolas" panose="020B0609020204030204" pitchFamily="49" charset="0"/>
              </a:defRPr>
            </a:lvl1pPr>
          </a:lstStyle>
          <a:p>
            <a:r>
              <a:rPr lang="en-US"/>
              <a:t>PAUSE</a:t>
            </a:r>
            <a:br>
              <a:rPr lang="en-US"/>
            </a:br>
            <a:r>
              <a:rPr lang="en-US"/>
              <a:t>OVERSKRIFT</a:t>
            </a:r>
            <a:endParaRPr lang="en-US" dirty="0"/>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Tree>
    <p:extLst>
      <p:ext uri="{BB962C8B-B14F-4D97-AF65-F5344CB8AC3E}">
        <p14:creationId xmlns:p14="http://schemas.microsoft.com/office/powerpoint/2010/main" val="35535020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m. bullets">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Consolas" panose="020B0609020204030204" pitchFamily="49" charset="0"/>
                <a:ea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sp>
        <p:nvSpPr>
          <p:cNvPr id="3" name="Title 4"/>
          <p:cNvSpPr>
            <a:spLocks noGrp="1"/>
          </p:cNvSpPr>
          <p:nvPr>
            <p:ph type="title" hasCustomPrompt="1"/>
          </p:nvPr>
        </p:nvSpPr>
        <p:spPr>
          <a:xfrm>
            <a:off x="587374" y="370290"/>
            <a:ext cx="5149879" cy="1474385"/>
          </a:xfrm>
        </p:spPr>
        <p:txBody>
          <a:bodyPr/>
          <a:lstStyle>
            <a:lvl1pPr>
              <a:defRPr sz="3600" baseline="0">
                <a:latin typeface="Consolas" panose="020B0609020204030204" pitchFamily="49" charset="0"/>
              </a:defRPr>
            </a:lvl1pPr>
          </a:lstStyle>
          <a:p>
            <a:r>
              <a:rPr lang="en-US"/>
              <a:t>KLIK HER FOR AT ÆNDRE TITEL</a:t>
            </a:r>
            <a:endParaRPr lang="en-US" dirty="0"/>
          </a:p>
        </p:txBody>
      </p:sp>
      <p:sp>
        <p:nvSpPr>
          <p:cNvPr id="5" name="Pladsholder til tekst 10"/>
          <p:cNvSpPr>
            <a:spLocks noGrp="1"/>
          </p:cNvSpPr>
          <p:nvPr>
            <p:ph type="body" sz="quarter" idx="12" hasCustomPrompt="1"/>
          </p:nvPr>
        </p:nvSpPr>
        <p:spPr>
          <a:xfrm>
            <a:off x="587375" y="2065337"/>
            <a:ext cx="10620094" cy="3704284"/>
          </a:xfrm>
        </p:spPr>
        <p:txBody>
          <a:bodyPr/>
          <a:lstStyle>
            <a:lvl1pPr marL="285750" indent="-285750">
              <a:buFontTx/>
              <a:buBlip>
                <a:blip r:embed="rId2"/>
              </a:buBlip>
              <a:defRPr>
                <a:latin typeface="Consolas" panose="020B0609020204030204" pitchFamily="49" charset="0"/>
              </a:defRPr>
            </a:lvl1pPr>
          </a:lstStyle>
          <a:p>
            <a:pPr lvl="0"/>
            <a:r>
              <a:rPr lang="da-DK"/>
              <a:t>Indsæt bullets</a:t>
            </a:r>
            <a:endParaRPr lang="da-DK" dirty="0"/>
          </a:p>
        </p:txBody>
      </p:sp>
    </p:spTree>
    <p:extLst>
      <p:ext uri="{BB962C8B-B14F-4D97-AF65-F5344CB8AC3E}">
        <p14:creationId xmlns:p14="http://schemas.microsoft.com/office/powerpoint/2010/main" val="252126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eb + bullet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grpSp>
        <p:nvGrpSpPr>
          <p:cNvPr id="30" name="Gruppe 29"/>
          <p:cNvGrpSpPr/>
          <p:nvPr userDrawn="1"/>
        </p:nvGrpSpPr>
        <p:grpSpPr>
          <a:xfrm>
            <a:off x="0" y="657225"/>
            <a:ext cx="405154" cy="1182460"/>
            <a:chOff x="320675" y="2816225"/>
            <a:chExt cx="350838" cy="1023938"/>
          </a:xfrm>
          <a:solidFill>
            <a:schemeClr val="tx1"/>
          </a:solidFill>
        </p:grpSpPr>
        <p:sp>
          <p:nvSpPr>
            <p:cNvPr id="31"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2"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4"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5"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6"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7"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8"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9"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0"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1"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2"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3"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4"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5"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6"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7"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8"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9"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sp>
        <p:nvSpPr>
          <p:cNvPr id="26" name="Title 4"/>
          <p:cNvSpPr>
            <a:spLocks noGrp="1"/>
          </p:cNvSpPr>
          <p:nvPr>
            <p:ph type="title" hasCustomPrompt="1"/>
          </p:nvPr>
        </p:nvSpPr>
        <p:spPr>
          <a:xfrm>
            <a:off x="587375" y="370764"/>
            <a:ext cx="4516438" cy="1473911"/>
          </a:xfrm>
        </p:spPr>
        <p:txBody>
          <a:bodyPr/>
          <a:lstStyle>
            <a:lvl1pPr>
              <a:defRPr sz="3600">
                <a:latin typeface="Consolas" panose="020B0609020204030204" pitchFamily="49" charset="0"/>
              </a:defRPr>
            </a:lvl1pPr>
          </a:lstStyle>
          <a:p>
            <a:r>
              <a:rPr lang="en-US"/>
              <a:t>KLIK HER FOR AT ÆNDRE TITEL</a:t>
            </a:r>
            <a:endParaRPr lang="en-US" dirty="0"/>
          </a:p>
        </p:txBody>
      </p:sp>
      <p:pic>
        <p:nvPicPr>
          <p:cNvPr id="27" name="Billede 26"/>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5670792" y="820387"/>
            <a:ext cx="6943368" cy="5825654"/>
          </a:xfrm>
          <a:prstGeom prst="rect">
            <a:avLst/>
          </a:prstGeom>
        </p:spPr>
      </p:pic>
      <p:sp>
        <p:nvSpPr>
          <p:cNvPr id="28" name="Picture Placeholder 4"/>
          <p:cNvSpPr>
            <a:spLocks noGrp="1"/>
          </p:cNvSpPr>
          <p:nvPr>
            <p:ph type="pic" sz="quarter" idx="11" hasCustomPrompt="1"/>
          </p:nvPr>
        </p:nvSpPr>
        <p:spPr>
          <a:xfrm>
            <a:off x="5953820" y="1240418"/>
            <a:ext cx="6238180" cy="3503032"/>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29" name="Pladsholder til tekst 10"/>
          <p:cNvSpPr>
            <a:spLocks noGrp="1"/>
          </p:cNvSpPr>
          <p:nvPr>
            <p:ph type="body" sz="quarter" idx="12" hasCustomPrompt="1"/>
          </p:nvPr>
        </p:nvSpPr>
        <p:spPr>
          <a:xfrm>
            <a:off x="587375" y="2065337"/>
            <a:ext cx="4516438" cy="3243263"/>
          </a:xfrm>
        </p:spPr>
        <p:txBody>
          <a:bodyPr/>
          <a:lstStyle>
            <a:lvl1pPr marL="285750" indent="-285750">
              <a:buFontTx/>
              <a:buBlip>
                <a:blip r:embed="rId3"/>
              </a:buBlip>
              <a:defRPr>
                <a:latin typeface="Consolas" panose="020B0609020204030204" pitchFamily="49" charset="0"/>
              </a:defRPr>
            </a:lvl1pPr>
          </a:lstStyle>
          <a:p>
            <a:pPr lvl="0"/>
            <a:r>
              <a:rPr lang="da-DK"/>
              <a:t>Indsæt </a:t>
            </a:r>
            <a:r>
              <a:rPr lang="da-DK" dirty="0" err="1"/>
              <a:t>bullets</a:t>
            </a:r>
            <a:endParaRPr lang="da-DK"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agram - højre">
    <p:spTree>
      <p:nvGrpSpPr>
        <p:cNvPr id="1" name=""/>
        <p:cNvGrpSpPr/>
        <p:nvPr/>
      </p:nvGrpSpPr>
      <p:grpSpPr>
        <a:xfrm>
          <a:off x="0" y="0"/>
          <a:ext cx="0" cy="0"/>
          <a:chOff x="0" y="0"/>
          <a:chExt cx="0" cy="0"/>
        </a:xfrm>
      </p:grpSpPr>
      <p:sp>
        <p:nvSpPr>
          <p:cNvPr id="5" name="Title 4"/>
          <p:cNvSpPr>
            <a:spLocks noGrp="1"/>
          </p:cNvSpPr>
          <p:nvPr>
            <p:ph type="title" hasCustomPrompt="1"/>
          </p:nvPr>
        </p:nvSpPr>
        <p:spPr>
          <a:xfrm>
            <a:off x="587374" y="367628"/>
            <a:ext cx="4886993" cy="1621619"/>
          </a:xfrm>
        </p:spPr>
        <p:txBody>
          <a:bodyPr/>
          <a:lstStyle>
            <a:lvl1pPr>
              <a:defRPr sz="3600">
                <a:latin typeface="Consolas" panose="020B0609020204030204" pitchFamily="49" charset="0"/>
              </a:defRPr>
            </a:lvl1pPr>
          </a:lstStyle>
          <a:p>
            <a:r>
              <a:rPr lang="en-US"/>
              <a:t>KLIK HER FOR AT ÆNDRE TITEL</a:t>
            </a:r>
            <a:endParaRPr lang="en-US" dirty="0"/>
          </a:p>
        </p:txBody>
      </p:sp>
      <p:sp>
        <p:nvSpPr>
          <p:cNvPr id="11" name="Pladsholder til diagram 10"/>
          <p:cNvSpPr>
            <a:spLocks noGrp="1"/>
          </p:cNvSpPr>
          <p:nvPr>
            <p:ph type="chart" sz="quarter" idx="12"/>
          </p:nvPr>
        </p:nvSpPr>
        <p:spPr>
          <a:xfrm>
            <a:off x="6096000" y="2262579"/>
            <a:ext cx="5524500" cy="3572737"/>
          </a:xfrm>
        </p:spPr>
        <p:txBody>
          <a:bodyPr/>
          <a:lstStyle>
            <a:lvl1pPr>
              <a:defRPr>
                <a:latin typeface="Consolas" panose="020B0609020204030204" pitchFamily="49" charset="0"/>
              </a:defRPr>
            </a:lvl1pPr>
          </a:lstStyle>
          <a:p>
            <a:r>
              <a:rPr lang="da-DK"/>
              <a:t>Klik på ikonet for at tilføje et diagram</a:t>
            </a:r>
          </a:p>
        </p:txBody>
      </p:sp>
      <p:sp>
        <p:nvSpPr>
          <p:cNvPr id="13" name="Pladsholder til tekst 12"/>
          <p:cNvSpPr>
            <a:spLocks noGrp="1"/>
          </p:cNvSpPr>
          <p:nvPr>
            <p:ph type="body" sz="quarter" idx="13" hasCustomPrompt="1"/>
          </p:nvPr>
        </p:nvSpPr>
        <p:spPr>
          <a:xfrm>
            <a:off x="587375" y="2262579"/>
            <a:ext cx="4886992" cy="3572737"/>
          </a:xfrm>
        </p:spPr>
        <p:txBody>
          <a:bodyPr>
            <a:normAutofit/>
          </a:bodyPr>
          <a:lstStyle>
            <a:lvl2pPr marL="285750" indent="-285750">
              <a:buFontTx/>
              <a:buBlip>
                <a:blip r:embed="rId2"/>
              </a:buBlip>
              <a:defRPr sz="1600" baseline="0">
                <a:latin typeface="Consolas" panose="020B0609020204030204" pitchFamily="49" charset="0"/>
              </a:defRPr>
            </a:lvl2pPr>
          </a:lstStyle>
          <a:p>
            <a:pPr lvl="1"/>
            <a:r>
              <a:rPr lang="da-DK"/>
              <a:t>Indsæt bullets</a:t>
            </a:r>
            <a:endParaRPr lang="da-DK" dirty="0"/>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Consolas" panose="020B0609020204030204" pitchFamily="49" charset="0"/>
                <a:ea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x billede højre + bullets">
    <p:spTree>
      <p:nvGrpSpPr>
        <p:cNvPr id="1" name=""/>
        <p:cNvGrpSpPr/>
        <p:nvPr/>
      </p:nvGrpSpPr>
      <p:grpSpPr>
        <a:xfrm>
          <a:off x="0" y="0"/>
          <a:ext cx="0" cy="0"/>
          <a:chOff x="0" y="0"/>
          <a:chExt cx="0" cy="0"/>
        </a:xfrm>
      </p:grpSpPr>
      <p:sp>
        <p:nvSpPr>
          <p:cNvPr id="6" name="Picture Placeholder 4"/>
          <p:cNvSpPr>
            <a:spLocks noGrp="1"/>
          </p:cNvSpPr>
          <p:nvPr>
            <p:ph type="pic" sz="quarter" idx="11" hasCustomPrompt="1"/>
          </p:nvPr>
        </p:nvSpPr>
        <p:spPr>
          <a:xfrm>
            <a:off x="7438768" y="0"/>
            <a:ext cx="4753232"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sp>
        <p:nvSpPr>
          <p:cNvPr id="5" name="Title 4"/>
          <p:cNvSpPr>
            <a:spLocks noGrp="1"/>
          </p:cNvSpPr>
          <p:nvPr>
            <p:ph type="title" hasCustomPrompt="1"/>
          </p:nvPr>
        </p:nvSpPr>
        <p:spPr>
          <a:xfrm>
            <a:off x="587374" y="359273"/>
            <a:ext cx="4490445" cy="1621619"/>
          </a:xfrm>
        </p:spPr>
        <p:txBody>
          <a:bodyPr/>
          <a:lstStyle>
            <a:lvl1pPr>
              <a:defRPr sz="3600">
                <a:latin typeface="Consolas" panose="020B0609020204030204" pitchFamily="49" charset="0"/>
              </a:defRPr>
            </a:lvl1pPr>
          </a:lstStyle>
          <a:p>
            <a:r>
              <a:rPr lang="en-US"/>
              <a:t>KLIK HER FOR AT ÆNDRE TITEL</a:t>
            </a:r>
            <a:endParaRPr lang="en-US" dirty="0"/>
          </a:p>
        </p:txBody>
      </p:sp>
      <p:sp>
        <p:nvSpPr>
          <p:cNvPr id="4" name="Pladsholder til tekst 3"/>
          <p:cNvSpPr>
            <a:spLocks noGrp="1"/>
          </p:cNvSpPr>
          <p:nvPr>
            <p:ph type="body" sz="quarter" idx="12" hasCustomPrompt="1"/>
          </p:nvPr>
        </p:nvSpPr>
        <p:spPr>
          <a:xfrm>
            <a:off x="587375" y="2143359"/>
            <a:ext cx="4490445" cy="3752115"/>
          </a:xfrm>
        </p:spPr>
        <p:txBody>
          <a:bodyPr/>
          <a:lstStyle>
            <a:lvl1pPr marL="285750" indent="-285750">
              <a:lnSpc>
                <a:spcPct val="100000"/>
              </a:lnSpc>
              <a:spcBef>
                <a:spcPts val="600"/>
              </a:spcBef>
              <a:buFontTx/>
              <a:buBlip>
                <a:blip r:embed="rId2"/>
              </a:buBlip>
              <a:defRPr sz="1600" baseline="0">
                <a:latin typeface="Consolas" panose="020B0609020204030204" pitchFamily="49" charset="0"/>
              </a:defRPr>
            </a:lvl1pPr>
          </a:lstStyle>
          <a:p>
            <a:pPr lvl="0"/>
            <a:r>
              <a:rPr lang="da-DK"/>
              <a:t>Indsæt bullets</a:t>
            </a:r>
            <a:endParaRPr lang="da-DK" dirty="0"/>
          </a:p>
          <a:p>
            <a:pPr lvl="0"/>
            <a:endParaRPr lang="da-DK" dirty="0"/>
          </a:p>
          <a:p>
            <a:pPr lvl="0"/>
            <a:endParaRPr lang="da-DK" dirty="0"/>
          </a:p>
        </p:txBody>
      </p:sp>
    </p:spTree>
    <p:extLst>
      <p:ext uri="{BB962C8B-B14F-4D97-AF65-F5344CB8AC3E}">
        <p14:creationId xmlns:p14="http://schemas.microsoft.com/office/powerpoint/2010/main" val="49860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 x billede højre - Blå">
    <p:spTree>
      <p:nvGrpSpPr>
        <p:cNvPr id="1" name=""/>
        <p:cNvGrpSpPr/>
        <p:nvPr/>
      </p:nvGrpSpPr>
      <p:grpSpPr>
        <a:xfrm>
          <a:off x="0" y="0"/>
          <a:ext cx="0" cy="0"/>
          <a:chOff x="0" y="0"/>
          <a:chExt cx="0" cy="0"/>
        </a:xfrm>
      </p:grpSpPr>
      <p:sp>
        <p:nvSpPr>
          <p:cNvPr id="7" name="Rectangle 6"/>
          <p:cNvSpPr/>
          <p:nvPr userDrawn="1"/>
        </p:nvSpPr>
        <p:spPr>
          <a:xfrm>
            <a:off x="0" y="0"/>
            <a:ext cx="7427913"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Consolas" panose="020B0609020204030204" pitchFamily="49" charset="0"/>
            </a:endParaRPr>
          </a:p>
        </p:txBody>
      </p:sp>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7427913" y="0"/>
            <a:ext cx="4764087"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6" name="Title 4"/>
          <p:cNvSpPr>
            <a:spLocks noGrp="1"/>
          </p:cNvSpPr>
          <p:nvPr>
            <p:ph type="title" hasCustomPrompt="1"/>
          </p:nvPr>
        </p:nvSpPr>
        <p:spPr>
          <a:xfrm>
            <a:off x="587374" y="373446"/>
            <a:ext cx="4683125" cy="1471230"/>
          </a:xfrm>
        </p:spPr>
        <p:txBody>
          <a:bodyPr/>
          <a:lstStyle>
            <a:lvl1pPr>
              <a:defRPr sz="3600">
                <a:solidFill>
                  <a:schemeClr val="bg1"/>
                </a:solidFill>
                <a:latin typeface="Consolas" panose="020B0609020204030204" pitchFamily="49" charset="0"/>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bg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
        <p:nvSpPr>
          <p:cNvPr id="4" name="Pladsholder til tekst 3"/>
          <p:cNvSpPr>
            <a:spLocks noGrp="1"/>
          </p:cNvSpPr>
          <p:nvPr>
            <p:ph type="body" sz="quarter" idx="12" hasCustomPrompt="1"/>
          </p:nvPr>
        </p:nvSpPr>
        <p:spPr>
          <a:xfrm>
            <a:off x="583406" y="2101809"/>
            <a:ext cx="4687094" cy="3765591"/>
          </a:xfrm>
        </p:spPr>
        <p:txBody>
          <a:bodyPr/>
          <a:lstStyle>
            <a:lvl1pPr marL="285750" indent="-285750">
              <a:buFontTx/>
              <a:buBlip>
                <a:blip r:embed="rId2"/>
              </a:buBlip>
              <a:defRPr baseline="0">
                <a:solidFill>
                  <a:schemeClr val="bg1"/>
                </a:solidFill>
                <a:latin typeface="Consolas" panose="020B0609020204030204" pitchFamily="49"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grpSp>
    </p:spTree>
    <p:extLst>
      <p:ext uri="{BB962C8B-B14F-4D97-AF65-F5344CB8AC3E}">
        <p14:creationId xmlns:p14="http://schemas.microsoft.com/office/powerpoint/2010/main" val="1747433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tor billede højre - blå">
    <p:spTree>
      <p:nvGrpSpPr>
        <p:cNvPr id="1" name=""/>
        <p:cNvGrpSpPr/>
        <p:nvPr/>
      </p:nvGrpSpPr>
      <p:grpSpPr>
        <a:xfrm>
          <a:off x="0" y="0"/>
          <a:ext cx="0" cy="0"/>
          <a:chOff x="0" y="0"/>
          <a:chExt cx="0" cy="0"/>
        </a:xfrm>
      </p:grpSpPr>
      <p:sp>
        <p:nvSpPr>
          <p:cNvPr id="7" name="Rectangle 6"/>
          <p:cNvSpPr/>
          <p:nvPr userDrawn="1"/>
        </p:nvSpPr>
        <p:spPr>
          <a:xfrm>
            <a:off x="1" y="0"/>
            <a:ext cx="52704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Consolas" panose="020B0609020204030204" pitchFamily="49" charset="0"/>
            </a:endParaRPr>
          </a:p>
        </p:txBody>
      </p:sp>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sp>
        <p:nvSpPr>
          <p:cNvPr id="6" name="Title 4"/>
          <p:cNvSpPr>
            <a:spLocks noGrp="1"/>
          </p:cNvSpPr>
          <p:nvPr>
            <p:ph type="title" hasCustomPrompt="1"/>
          </p:nvPr>
        </p:nvSpPr>
        <p:spPr>
          <a:xfrm>
            <a:off x="587375" y="373446"/>
            <a:ext cx="4454526" cy="1471230"/>
          </a:xfrm>
        </p:spPr>
        <p:txBody>
          <a:bodyPr/>
          <a:lstStyle>
            <a:lvl1pPr>
              <a:defRPr sz="3600">
                <a:solidFill>
                  <a:schemeClr val="bg1"/>
                </a:solidFill>
                <a:latin typeface="Consolas" panose="020B0609020204030204" pitchFamily="49" charset="0"/>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tx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
        <p:nvSpPr>
          <p:cNvPr id="4" name="Pladsholder til tekst 3"/>
          <p:cNvSpPr>
            <a:spLocks noGrp="1"/>
          </p:cNvSpPr>
          <p:nvPr>
            <p:ph type="body" sz="quarter" idx="12" hasCustomPrompt="1"/>
          </p:nvPr>
        </p:nvSpPr>
        <p:spPr>
          <a:xfrm>
            <a:off x="583406" y="2101809"/>
            <a:ext cx="4458495" cy="3600491"/>
          </a:xfrm>
        </p:spPr>
        <p:txBody>
          <a:bodyPr/>
          <a:lstStyle>
            <a:lvl1pPr marL="285750" indent="-285750">
              <a:buFontTx/>
              <a:buBlip>
                <a:blip r:embed="rId2"/>
              </a:buBlip>
              <a:defRPr baseline="0">
                <a:solidFill>
                  <a:schemeClr val="bg1"/>
                </a:solidFill>
                <a:latin typeface="Consolas" panose="020B0609020204030204" pitchFamily="49"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endParaRPr>
            </a:p>
          </p:txBody>
        </p:sp>
      </p:grpSp>
      <p:sp>
        <p:nvSpPr>
          <p:cNvPr id="75" name="Picture Placeholder 4"/>
          <p:cNvSpPr>
            <a:spLocks noGrp="1"/>
          </p:cNvSpPr>
          <p:nvPr>
            <p:ph type="pic" sz="quarter" idx="11" hasCustomPrompt="1"/>
          </p:nvPr>
        </p:nvSpPr>
        <p:spPr>
          <a:xfrm>
            <a:off x="5270500" y="0"/>
            <a:ext cx="6921500"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Tree>
    <p:extLst>
      <p:ext uri="{BB962C8B-B14F-4D97-AF65-F5344CB8AC3E}">
        <p14:creationId xmlns:p14="http://schemas.microsoft.com/office/powerpoint/2010/main" val="735931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or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1" y="0"/>
            <a:ext cx="7427914"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6" name="Title 4"/>
          <p:cNvSpPr>
            <a:spLocks noGrp="1"/>
          </p:cNvSpPr>
          <p:nvPr>
            <p:ph type="title" hasCustomPrompt="1"/>
          </p:nvPr>
        </p:nvSpPr>
        <p:spPr>
          <a:xfrm>
            <a:off x="8031878" y="957753"/>
            <a:ext cx="3879477" cy="1987748"/>
          </a:xfrm>
        </p:spPr>
        <p:txBody>
          <a:bodyPr/>
          <a:lstStyle>
            <a:lvl1pPr>
              <a:defRPr sz="3600">
                <a:latin typeface="Consolas" panose="020B0609020204030204" pitchFamily="49" charset="0"/>
              </a:defRPr>
            </a:lvl1pPr>
          </a:lstStyle>
          <a:p>
            <a:r>
              <a:rPr lang="en-US"/>
              <a:t>KLIK HER FOR AT ÆNDRE TITEL</a:t>
            </a:r>
            <a:endParaRPr lang="en-US" dirty="0"/>
          </a:p>
        </p:txBody>
      </p:sp>
      <p:sp>
        <p:nvSpPr>
          <p:cNvPr id="7" name="Pladsholder til tekst 3"/>
          <p:cNvSpPr>
            <a:spLocks noGrp="1"/>
          </p:cNvSpPr>
          <p:nvPr>
            <p:ph type="body" sz="quarter" idx="12" hasCustomPrompt="1"/>
          </p:nvPr>
        </p:nvSpPr>
        <p:spPr>
          <a:xfrm>
            <a:off x="8031879" y="3199593"/>
            <a:ext cx="3588621" cy="2982722"/>
          </a:xfrm>
        </p:spPr>
        <p:txBody>
          <a:bodyPr/>
          <a:lstStyle>
            <a:lvl1pPr marL="285750" indent="-285750">
              <a:lnSpc>
                <a:spcPct val="100000"/>
              </a:lnSpc>
              <a:spcBef>
                <a:spcPts val="600"/>
              </a:spcBef>
              <a:buFontTx/>
              <a:buBlip>
                <a:blip r:embed="rId2"/>
              </a:buBlip>
              <a:defRPr sz="1600" baseline="0">
                <a:latin typeface="Consolas" panose="020B0609020204030204" pitchFamily="49" charset="0"/>
              </a:defRPr>
            </a:lvl1pPr>
          </a:lstStyle>
          <a:p>
            <a:pPr lvl="0"/>
            <a:r>
              <a:rPr lang="da-DK"/>
              <a:t>Indsæt bullets</a:t>
            </a:r>
            <a:endParaRPr lang="da-DK" dirty="0"/>
          </a:p>
          <a:p>
            <a:pPr lvl="0"/>
            <a:endParaRPr lang="da-DK" dirty="0"/>
          </a:p>
          <a:p>
            <a:pPr lvl="0"/>
            <a:endParaRPr lang="da-DK" dirty="0"/>
          </a:p>
        </p:txBody>
      </p:sp>
      <p:grpSp>
        <p:nvGrpSpPr>
          <p:cNvPr id="8" name="Gruppe 7"/>
          <p:cNvGrpSpPr/>
          <p:nvPr userDrawn="1"/>
        </p:nvGrpSpPr>
        <p:grpSpPr>
          <a:xfrm>
            <a:off x="7427913" y="1288619"/>
            <a:ext cx="405154" cy="1182460"/>
            <a:chOff x="320675" y="2816225"/>
            <a:chExt cx="350838" cy="1023938"/>
          </a:xfrm>
          <a:solidFill>
            <a:schemeClr val="tx1"/>
          </a:solidFill>
        </p:grpSpPr>
        <p:sp>
          <p:nvSpPr>
            <p:cNvPr id="9"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0"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1"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2"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3"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4"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5"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6"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7"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8"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9"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0"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1"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2"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3"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4"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5"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6"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7"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spTree>
    <p:extLst>
      <p:ext uri="{BB962C8B-B14F-4D97-AF65-F5344CB8AC3E}">
        <p14:creationId xmlns:p14="http://schemas.microsoft.com/office/powerpoint/2010/main" val="1468601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billeder høj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latin typeface="Consolas" panose="020B0609020204030204" pitchFamily="49" charset="0"/>
              </a:defRPr>
            </a:lvl1pPr>
          </a:lstStyle>
          <a:p>
            <a:fld id="{D8D877B3-D348-4611-9BDB-C5374591D951}" type="slidenum">
              <a:rPr lang="en-US" smtClean="0"/>
              <a:pPr/>
              <a:t>‹#›</a:t>
            </a:fld>
            <a:endParaRPr lang="en-US" dirty="0"/>
          </a:p>
        </p:txBody>
      </p:sp>
      <p:sp>
        <p:nvSpPr>
          <p:cNvPr id="9" name="Picture Placeholder 4"/>
          <p:cNvSpPr>
            <a:spLocks noGrp="1"/>
          </p:cNvSpPr>
          <p:nvPr>
            <p:ph type="pic" sz="quarter" idx="14" hasCustomPrompt="1"/>
          </p:nvPr>
        </p:nvSpPr>
        <p:spPr>
          <a:xfrm>
            <a:off x="7427912" y="3492500"/>
            <a:ext cx="4764087" cy="3360132"/>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10" name="Title 4"/>
          <p:cNvSpPr>
            <a:spLocks noGrp="1"/>
          </p:cNvSpPr>
          <p:nvPr>
            <p:ph type="title" hasCustomPrompt="1"/>
          </p:nvPr>
        </p:nvSpPr>
        <p:spPr>
          <a:xfrm>
            <a:off x="587374" y="357948"/>
            <a:ext cx="4542975" cy="1486727"/>
          </a:xfrm>
        </p:spPr>
        <p:txBody>
          <a:bodyPr/>
          <a:lstStyle>
            <a:lvl1pPr>
              <a:defRPr sz="3600">
                <a:latin typeface="Consolas" panose="020B0609020204030204" pitchFamily="49" charset="0"/>
              </a:defRPr>
            </a:lvl1pPr>
          </a:lstStyle>
          <a:p>
            <a:r>
              <a:rPr lang="en-US"/>
              <a:t>KLIK HER FOR AT ÆNDRE TITEL</a:t>
            </a:r>
            <a:endParaRPr lang="en-US" dirty="0"/>
          </a:p>
        </p:txBody>
      </p:sp>
      <p:sp>
        <p:nvSpPr>
          <p:cNvPr id="7" name="Pladsholder til tekst 3"/>
          <p:cNvSpPr>
            <a:spLocks noGrp="1"/>
          </p:cNvSpPr>
          <p:nvPr>
            <p:ph type="body" sz="quarter" idx="15" hasCustomPrompt="1"/>
          </p:nvPr>
        </p:nvSpPr>
        <p:spPr>
          <a:xfrm>
            <a:off x="587375" y="2127154"/>
            <a:ext cx="4542974" cy="3575409"/>
          </a:xfrm>
        </p:spPr>
        <p:txBody>
          <a:bodyPr/>
          <a:lstStyle>
            <a:lvl1pPr marL="285750" indent="-285750">
              <a:lnSpc>
                <a:spcPct val="100000"/>
              </a:lnSpc>
              <a:spcBef>
                <a:spcPts val="600"/>
              </a:spcBef>
              <a:buFontTx/>
              <a:buBlip>
                <a:blip r:embed="rId2"/>
              </a:buBlip>
              <a:defRPr sz="1600" baseline="0">
                <a:latin typeface="Consolas" panose="020B0609020204030204" pitchFamily="49" charset="0"/>
              </a:defRPr>
            </a:lvl1pPr>
          </a:lstStyle>
          <a:p>
            <a:pPr lvl="0"/>
            <a:r>
              <a:rPr lang="da-DK"/>
              <a:t>Indsæt </a:t>
            </a:r>
            <a:r>
              <a:rPr lang="da-DK" dirty="0" err="1"/>
              <a:t>bullets</a:t>
            </a:r>
            <a:endParaRPr lang="da-DK" dirty="0"/>
          </a:p>
          <a:p>
            <a:pPr lvl="0"/>
            <a:endParaRPr lang="da-DK" dirty="0"/>
          </a:p>
          <a:p>
            <a:pPr lvl="0"/>
            <a:endParaRPr lang="da-DK" dirty="0"/>
          </a:p>
        </p:txBody>
      </p:sp>
      <p:sp>
        <p:nvSpPr>
          <p:cNvPr id="11" name="Picture Placeholder 4"/>
          <p:cNvSpPr>
            <a:spLocks noGrp="1"/>
          </p:cNvSpPr>
          <p:nvPr>
            <p:ph type="pic" sz="quarter" idx="16" hasCustomPrompt="1"/>
          </p:nvPr>
        </p:nvSpPr>
        <p:spPr>
          <a:xfrm>
            <a:off x="7427912" y="0"/>
            <a:ext cx="4764087" cy="3360132"/>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Tree>
    <p:extLst>
      <p:ext uri="{BB962C8B-B14F-4D97-AF65-F5344CB8AC3E}">
        <p14:creationId xmlns:p14="http://schemas.microsoft.com/office/powerpoint/2010/main" val="6119794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å layout højre">
    <p:spTree>
      <p:nvGrpSpPr>
        <p:cNvPr id="1" name=""/>
        <p:cNvGrpSpPr/>
        <p:nvPr/>
      </p:nvGrpSpPr>
      <p:grpSpPr>
        <a:xfrm>
          <a:off x="0" y="0"/>
          <a:ext cx="0" cy="0"/>
          <a:chOff x="0" y="0"/>
          <a:chExt cx="0" cy="0"/>
        </a:xfrm>
      </p:grpSpPr>
      <p:sp>
        <p:nvSpPr>
          <p:cNvPr id="26" name="Rectangle 6"/>
          <p:cNvSpPr/>
          <p:nvPr userDrawn="1"/>
        </p:nvSpPr>
        <p:spPr>
          <a:xfrm>
            <a:off x="7427913" y="0"/>
            <a:ext cx="476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Consolas" panose="020B0609020204030204" pitchFamily="49" charset="0"/>
            </a:endParaRPr>
          </a:p>
        </p:txBody>
      </p:sp>
      <p:sp>
        <p:nvSpPr>
          <p:cNvPr id="28" name="Pladsholder til tekst 3"/>
          <p:cNvSpPr>
            <a:spLocks noGrp="1"/>
          </p:cNvSpPr>
          <p:nvPr>
            <p:ph type="body" sz="quarter" idx="17" hasCustomPrompt="1"/>
          </p:nvPr>
        </p:nvSpPr>
        <p:spPr>
          <a:xfrm>
            <a:off x="8027662" y="2927417"/>
            <a:ext cx="3673420" cy="3222624"/>
          </a:xfrm>
        </p:spPr>
        <p:txBody>
          <a:bodyPr/>
          <a:lstStyle>
            <a:lvl1pPr marL="285750" indent="-285750">
              <a:buFontTx/>
              <a:buBlip>
                <a:blip r:embed="rId2"/>
              </a:buBlip>
              <a:defRPr baseline="0">
                <a:solidFill>
                  <a:schemeClr val="bg1"/>
                </a:solidFill>
                <a:latin typeface="Consolas" panose="020B0609020204030204" pitchFamily="49"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err="1"/>
              <a:t>Insert</a:t>
            </a:r>
            <a:r>
              <a:rPr lang="da-DK" dirty="0"/>
              <a:t> </a:t>
            </a:r>
            <a:r>
              <a:rPr lang="da-DK" dirty="0" err="1"/>
              <a:t>text</a:t>
            </a:r>
            <a:r>
              <a:rPr lang="da-DK" dirty="0"/>
              <a:t> </a:t>
            </a:r>
            <a:r>
              <a:rPr lang="da-DK" dirty="0" err="1"/>
              <a:t>here</a:t>
            </a:r>
            <a:endParaRPr lang="da-DK" dirty="0"/>
          </a:p>
        </p:txBody>
      </p:sp>
      <p:sp>
        <p:nvSpPr>
          <p:cNvPr id="3" name="Slide Number Placeholder 2"/>
          <p:cNvSpPr>
            <a:spLocks noGrp="1"/>
          </p:cNvSpPr>
          <p:nvPr>
            <p:ph type="sldNum" sz="quarter" idx="10"/>
          </p:nvPr>
        </p:nvSpPr>
        <p:spPr/>
        <p:txBody>
          <a:bodyPr/>
          <a:lstStyle>
            <a:lvl1pPr>
              <a:defRPr>
                <a:solidFill>
                  <a:schemeClr val="bg1">
                    <a:alpha val="70000"/>
                  </a:schemeClr>
                </a:solidFill>
                <a:latin typeface="Consolas" panose="020B0609020204030204" pitchFamily="49" charset="0"/>
              </a:defRPr>
            </a:lvl1pPr>
          </a:lstStyle>
          <a:p>
            <a:fld id="{D8D877B3-D348-4611-9BDB-C5374591D951}" type="slidenum">
              <a:rPr lang="en-US" smtClean="0"/>
              <a:pPr/>
              <a:t>‹#›</a:t>
            </a:fld>
            <a:endParaRPr lang="en-US" dirty="0"/>
          </a:p>
        </p:txBody>
      </p:sp>
      <p:grpSp>
        <p:nvGrpSpPr>
          <p:cNvPr id="5" name="Gruppe 4"/>
          <p:cNvGrpSpPr/>
          <p:nvPr userDrawn="1"/>
        </p:nvGrpSpPr>
        <p:grpSpPr>
          <a:xfrm>
            <a:off x="7427914" y="1288619"/>
            <a:ext cx="405154" cy="1182460"/>
            <a:chOff x="320675" y="2816225"/>
            <a:chExt cx="350838" cy="1023938"/>
          </a:xfrm>
          <a:solidFill>
            <a:schemeClr val="bg1"/>
          </a:solidFill>
        </p:grpSpPr>
        <p:sp>
          <p:nvSpPr>
            <p:cNvPr id="6"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7"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8"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9"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0"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1"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2"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3"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4"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5"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6"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7"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8"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19"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0"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1"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2"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3"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24"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sp>
        <p:nvSpPr>
          <p:cNvPr id="53" name="Title 4"/>
          <p:cNvSpPr>
            <a:spLocks noGrp="1"/>
          </p:cNvSpPr>
          <p:nvPr>
            <p:ph type="title" hasCustomPrompt="1"/>
          </p:nvPr>
        </p:nvSpPr>
        <p:spPr>
          <a:xfrm>
            <a:off x="8027663" y="943460"/>
            <a:ext cx="3673419" cy="1860884"/>
          </a:xfrm>
        </p:spPr>
        <p:txBody>
          <a:bodyPr/>
          <a:lstStyle>
            <a:lvl1pPr>
              <a:defRPr sz="3600">
                <a:solidFill>
                  <a:schemeClr val="bg1"/>
                </a:solidFill>
                <a:latin typeface="Consolas" panose="020B0609020204030204" pitchFamily="49" charset="0"/>
              </a:defRPr>
            </a:lvl1pPr>
          </a:lstStyle>
          <a:p>
            <a:r>
              <a:rPr lang="en-US"/>
              <a:t>KLIK HER FOR AT ÆNDRE TITEL</a:t>
            </a:r>
            <a:endParaRPr lang="en-US" dirty="0"/>
          </a:p>
        </p:txBody>
      </p:sp>
    </p:spTree>
    <p:extLst>
      <p:ext uri="{BB962C8B-B14F-4D97-AF65-F5344CB8AC3E}">
        <p14:creationId xmlns:p14="http://schemas.microsoft.com/office/powerpoint/2010/main" val="38584364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 x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accent1">
                    <a:alpha val="70000"/>
                  </a:schemeClr>
                </a:solidFill>
                <a:latin typeface="Consolas" panose="020B0609020204030204" pitchFamily="49" charset="0"/>
              </a:defRPr>
            </a:lvl1pPr>
          </a:lstStyle>
          <a:p>
            <a:fld id="{D8D877B3-D348-4611-9BDB-C5374591D951}" type="slidenum">
              <a:rPr lang="en-US" smtClean="0"/>
              <a:pPr/>
              <a:t>‹#›</a:t>
            </a:fld>
            <a:endParaRPr lang="en-US" dirty="0"/>
          </a:p>
        </p:txBody>
      </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grpSp>
      <p:grpSp>
        <p:nvGrpSpPr>
          <p:cNvPr id="54" name="Gruppe 53"/>
          <p:cNvGrpSpPr/>
          <p:nvPr userDrawn="1"/>
        </p:nvGrpSpPr>
        <p:grpSpPr>
          <a:xfrm>
            <a:off x="4733281" y="657225"/>
            <a:ext cx="405154" cy="1182460"/>
            <a:chOff x="320675" y="2816225"/>
            <a:chExt cx="350838" cy="1023938"/>
          </a:xfrm>
          <a:solidFill>
            <a:schemeClr val="tx1"/>
          </a:solidFill>
        </p:grpSpPr>
        <p:sp>
          <p:nvSpPr>
            <p:cNvPr id="55"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6"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7"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8"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59"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0"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1"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2"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3"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4"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5"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6"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7"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8"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69"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70"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71"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72"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sp>
          <p:nvSpPr>
            <p:cNvPr id="73"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endParaRPr>
            </a:p>
          </p:txBody>
        </p:sp>
      </p:grpSp>
      <p:sp>
        <p:nvSpPr>
          <p:cNvPr id="74" name="Picture Placeholder 4"/>
          <p:cNvSpPr>
            <a:spLocks noGrp="1"/>
          </p:cNvSpPr>
          <p:nvPr>
            <p:ph type="pic" sz="quarter" idx="11" hasCustomPrompt="1"/>
          </p:nvPr>
        </p:nvSpPr>
        <p:spPr>
          <a:xfrm>
            <a:off x="-19951" y="0"/>
            <a:ext cx="4753232"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defRPr>
            </a:lvl1pPr>
          </a:lstStyle>
          <a:p>
            <a:r>
              <a:rPr lang="en-US" dirty="0"/>
              <a:t>Drag &amp; Drop Image</a:t>
            </a:r>
          </a:p>
        </p:txBody>
      </p:sp>
      <p:sp>
        <p:nvSpPr>
          <p:cNvPr id="75" name="Title 4"/>
          <p:cNvSpPr>
            <a:spLocks noGrp="1"/>
          </p:cNvSpPr>
          <p:nvPr>
            <p:ph type="title" hasCustomPrompt="1"/>
          </p:nvPr>
        </p:nvSpPr>
        <p:spPr>
          <a:xfrm>
            <a:off x="5324157" y="359273"/>
            <a:ext cx="4490445" cy="1621619"/>
          </a:xfrm>
        </p:spPr>
        <p:txBody>
          <a:bodyPr/>
          <a:lstStyle>
            <a:lvl1pPr>
              <a:defRPr sz="3600">
                <a:latin typeface="Consolas" panose="020B0609020204030204" pitchFamily="49" charset="0"/>
              </a:defRPr>
            </a:lvl1pPr>
          </a:lstStyle>
          <a:p>
            <a:r>
              <a:rPr lang="en-US"/>
              <a:t>KLIK HER FOR AT ÆNDRE TITEL</a:t>
            </a:r>
            <a:endParaRPr lang="en-US" dirty="0"/>
          </a:p>
        </p:txBody>
      </p:sp>
      <p:sp>
        <p:nvSpPr>
          <p:cNvPr id="76" name="Pladsholder til tekst 3"/>
          <p:cNvSpPr>
            <a:spLocks noGrp="1"/>
          </p:cNvSpPr>
          <p:nvPr>
            <p:ph type="body" sz="quarter" idx="12" hasCustomPrompt="1"/>
          </p:nvPr>
        </p:nvSpPr>
        <p:spPr>
          <a:xfrm>
            <a:off x="5324158" y="2143359"/>
            <a:ext cx="4490445" cy="3752115"/>
          </a:xfrm>
        </p:spPr>
        <p:txBody>
          <a:bodyPr/>
          <a:lstStyle>
            <a:lvl1pPr marL="285750" indent="-285750">
              <a:lnSpc>
                <a:spcPct val="100000"/>
              </a:lnSpc>
              <a:spcBef>
                <a:spcPts val="600"/>
              </a:spcBef>
              <a:buFontTx/>
              <a:buBlip>
                <a:blip r:embed="rId2"/>
              </a:buBlip>
              <a:defRPr sz="1600" baseline="0">
                <a:latin typeface="Consolas" panose="020B0609020204030204" pitchFamily="49" charset="0"/>
              </a:defRPr>
            </a:lvl1pPr>
          </a:lstStyle>
          <a:p>
            <a:pPr lvl="0"/>
            <a:r>
              <a:rPr lang="da-DK"/>
              <a:t>Indsæt </a:t>
            </a:r>
            <a:r>
              <a:rPr lang="da-DK" dirty="0" err="1"/>
              <a:t>bullets</a:t>
            </a:r>
            <a:endParaRPr lang="da-DK" dirty="0"/>
          </a:p>
          <a:p>
            <a:pPr lvl="0"/>
            <a:endParaRPr lang="da-DK" dirty="0"/>
          </a:p>
          <a:p>
            <a:pPr lvl="0"/>
            <a:endParaRPr lang="da-DK" dirty="0"/>
          </a:p>
        </p:txBody>
      </p:sp>
    </p:spTree>
    <p:extLst>
      <p:ext uri="{BB962C8B-B14F-4D97-AF65-F5344CB8AC3E}">
        <p14:creationId xmlns:p14="http://schemas.microsoft.com/office/powerpoint/2010/main" val="13733758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el og indholdsobjekt">
    <p:spTree>
      <p:nvGrpSpPr>
        <p:cNvPr id="1" name=""/>
        <p:cNvGrpSpPr/>
        <p:nvPr/>
      </p:nvGrpSpPr>
      <p:grpSpPr>
        <a:xfrm>
          <a:off x="0" y="0"/>
          <a:ext cx="0" cy="0"/>
          <a:chOff x="0" y="0"/>
          <a:chExt cx="0" cy="0"/>
        </a:xfrm>
      </p:grpSpPr>
      <p:sp>
        <p:nvSpPr>
          <p:cNvPr id="3" name="Pladsholder til indhold 2"/>
          <p:cNvSpPr>
            <a:spLocks noGrp="1"/>
          </p:cNvSpPr>
          <p:nvPr>
            <p:ph idx="1" hasCustomPrompt="1"/>
          </p:nvPr>
        </p:nvSpPr>
        <p:spPr/>
        <p:txBody>
          <a:bodyPr>
            <a:normAutofit/>
          </a:bodyPr>
          <a:lstStyle>
            <a:lvl1pPr marL="0" indent="0">
              <a:buFont typeface="Arial" pitchFamily="34" charset="0"/>
              <a:buNone/>
              <a:defRPr sz="1600" cap="none" spc="200" baseline="0">
                <a:solidFill>
                  <a:schemeClr val="tx1">
                    <a:lumMod val="65000"/>
                    <a:lumOff val="35000"/>
                  </a:schemeClr>
                </a:solidFill>
              </a:defRPr>
            </a:lvl1pPr>
            <a:lvl2pPr marL="457200" indent="0">
              <a:buFont typeface="Arial" pitchFamily="34" charset="0"/>
              <a:buNone/>
              <a:defRPr sz="1600" cap="all" spc="200" baseline="0">
                <a:solidFill>
                  <a:schemeClr val="tx1">
                    <a:lumMod val="50000"/>
                    <a:lumOff val="50000"/>
                  </a:schemeClr>
                </a:solidFill>
              </a:defRPr>
            </a:lvl2pPr>
            <a:lvl3pPr marL="914400" indent="0">
              <a:buFont typeface="Arial" pitchFamily="34" charset="0"/>
              <a:buNone/>
              <a:defRPr sz="1600" cap="all" spc="200" baseline="0">
                <a:solidFill>
                  <a:schemeClr val="tx1">
                    <a:lumMod val="50000"/>
                    <a:lumOff val="50000"/>
                  </a:schemeClr>
                </a:solidFill>
              </a:defRPr>
            </a:lvl3pPr>
            <a:lvl4pPr marL="1371600" indent="0">
              <a:buFont typeface="Arial" pitchFamily="34" charset="0"/>
              <a:buNone/>
              <a:defRPr sz="1600" cap="all" spc="200" baseline="0">
                <a:solidFill>
                  <a:schemeClr val="tx1">
                    <a:lumMod val="50000"/>
                    <a:lumOff val="50000"/>
                  </a:schemeClr>
                </a:solidFill>
              </a:defRPr>
            </a:lvl4pPr>
            <a:lvl5pPr marL="1828800" indent="0">
              <a:buFont typeface="Arial" pitchFamily="34" charset="0"/>
              <a:buNone/>
              <a:defRPr sz="1600" cap="all" spc="200" baseline="0">
                <a:solidFill>
                  <a:schemeClr val="tx1">
                    <a:lumMod val="50000"/>
                    <a:lumOff val="50000"/>
                  </a:schemeClr>
                </a:solidFill>
              </a:defRPr>
            </a:lvl5pPr>
          </a:lstStyle>
          <a:p>
            <a:pPr lvl="0"/>
            <a:r>
              <a:rPr lang="da-DK" dirty="0"/>
              <a:t>Klik For At Redigere I Master</a:t>
            </a:r>
          </a:p>
          <a:p>
            <a:pPr lvl="0"/>
            <a:r>
              <a:rPr lang="da-DK" dirty="0"/>
              <a:t>Andet Niveau</a:t>
            </a:r>
          </a:p>
          <a:p>
            <a:pPr lvl="0"/>
            <a:r>
              <a:rPr lang="da-DK" dirty="0"/>
              <a:t>Tredje Niveau</a:t>
            </a:r>
          </a:p>
          <a:p>
            <a:pPr lvl="0"/>
            <a:r>
              <a:rPr lang="da-DK" dirty="0"/>
              <a:t>Fjerde Niveau</a:t>
            </a:r>
          </a:p>
          <a:p>
            <a:pPr lvl="0"/>
            <a:r>
              <a:rPr lang="da-DK" dirty="0"/>
              <a:t>Femte Niveau</a:t>
            </a:r>
          </a:p>
        </p:txBody>
      </p:sp>
      <p:sp>
        <p:nvSpPr>
          <p:cNvPr id="7" name="Titel 6"/>
          <p:cNvSpPr>
            <a:spLocks noGrp="1"/>
          </p:cNvSpPr>
          <p:nvPr>
            <p:ph type="title" hasCustomPrompt="1"/>
          </p:nvPr>
        </p:nvSpPr>
        <p:spPr/>
        <p:txBody>
          <a:bodyPr/>
          <a:lstStyle>
            <a:lvl1pPr algn="l">
              <a:defRPr sz="3600" b="1" i="0" cap="none" spc="200" baseline="0">
                <a:solidFill>
                  <a:schemeClr val="tx2">
                    <a:lumMod val="50000"/>
                  </a:schemeClr>
                </a:solidFill>
              </a:defRPr>
            </a:lvl1pPr>
          </a:lstStyle>
          <a:p>
            <a:r>
              <a:rPr lang="da-DK" dirty="0"/>
              <a:t>Klik For At Redigere I Master</a:t>
            </a:r>
          </a:p>
        </p:txBody>
      </p:sp>
      <p:sp>
        <p:nvSpPr>
          <p:cNvPr id="11" name="Pladsholder til dato 4"/>
          <p:cNvSpPr>
            <a:spLocks noGrp="1"/>
          </p:cNvSpPr>
          <p:nvPr>
            <p:ph type="dt" sz="half" idx="10"/>
          </p:nvPr>
        </p:nvSpPr>
        <p:spPr>
          <a:xfrm>
            <a:off x="609600" y="6356351"/>
            <a:ext cx="2844800" cy="365125"/>
          </a:xfrm>
        </p:spPr>
        <p:txBody>
          <a:bodyPr/>
          <a:lstStyle>
            <a:lvl1pPr marL="0" marR="0" indent="0" algn="l" defTabSz="914400" rtl="0" eaLnBrk="1" fontAlgn="auto" latinLnBrk="0" hangingPunct="1">
              <a:lnSpc>
                <a:spcPct val="100000"/>
              </a:lnSpc>
              <a:spcBef>
                <a:spcPts val="0"/>
              </a:spcBef>
              <a:spcAft>
                <a:spcPts val="0"/>
              </a:spcAft>
              <a:buClrTx/>
              <a:buSzTx/>
              <a:buFontTx/>
              <a:buNone/>
              <a:tabLst/>
              <a:defRPr/>
            </a:lvl1pPr>
          </a:lstStyle>
          <a:p>
            <a:fld id="{9A223143-7E85-4938-975F-0E58591DB2B3}" type="datetime1">
              <a:rPr lang="da-DK" smtClean="0"/>
              <a:t>20-10-2025</a:t>
            </a:fld>
            <a:endParaRPr lang="da-DK" dirty="0"/>
          </a:p>
        </p:txBody>
      </p:sp>
      <p:sp>
        <p:nvSpPr>
          <p:cNvPr id="12" name="Pladsholder til sidefod 5"/>
          <p:cNvSpPr>
            <a:spLocks noGrp="1"/>
          </p:cNvSpPr>
          <p:nvPr>
            <p:ph type="ftr" sz="quarter" idx="11"/>
          </p:nvPr>
        </p:nvSpPr>
        <p:spPr>
          <a:xfrm>
            <a:off x="4165600" y="6356351"/>
            <a:ext cx="3860800" cy="365125"/>
          </a:xfrm>
        </p:spPr>
        <p:txBody>
          <a:bodyPr/>
          <a:lstStyle/>
          <a:p>
            <a:endParaRPr lang="da-DK" dirty="0"/>
          </a:p>
        </p:txBody>
      </p:sp>
      <p:sp>
        <p:nvSpPr>
          <p:cNvPr id="13" name="Pladsholder til diasnummer 6"/>
          <p:cNvSpPr>
            <a:spLocks noGrp="1"/>
          </p:cNvSpPr>
          <p:nvPr>
            <p:ph type="sldNum" sz="quarter" idx="12"/>
          </p:nvPr>
        </p:nvSpPr>
        <p:spPr>
          <a:xfrm>
            <a:off x="8737600" y="6356351"/>
            <a:ext cx="2844800" cy="365125"/>
          </a:xfrm>
        </p:spPr>
        <p:txBody>
          <a:bodyPr/>
          <a:lstStyle/>
          <a:p>
            <a:fld id="{76FF49CB-DA36-4A0D-B7A5-D537E7FBD145}" type="slidenum">
              <a:rPr lang="da-DK" smtClean="0"/>
              <a:t>‹#›</a:t>
            </a:fld>
            <a:endParaRPr lang="da-DK"/>
          </a:p>
        </p:txBody>
      </p:sp>
    </p:spTree>
    <p:extLst>
      <p:ext uri="{BB962C8B-B14F-4D97-AF65-F5344CB8AC3E}">
        <p14:creationId xmlns:p14="http://schemas.microsoft.com/office/powerpoint/2010/main" val="2800215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2.emf"/><Relationship Id="rId2" Type="http://schemas.openxmlformats.org/officeDocument/2006/relationships/slideLayout" Target="../slideLayouts/slideLayout2.xml"/><Relationship Id="rId16" Type="http://schemas.openxmlformats.org/officeDocument/2006/relationships/image" Target="../media/image1.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587375" y="458583"/>
            <a:ext cx="9753600" cy="1386092"/>
          </a:xfrm>
          <a:prstGeom prst="rect">
            <a:avLst/>
          </a:prstGeom>
          <a:effectLst/>
        </p:spPr>
        <p:txBody>
          <a:bodyPr vert="horz" lIns="0" tIns="192024" rIns="0" bIns="0" rtlCol="0" anchor="t" anchorCtr="0">
            <a:noAutofit/>
          </a:bodyPr>
          <a:lstStyle/>
          <a:p>
            <a:r>
              <a:rPr lang="en-US" dirty="0"/>
              <a:t>YOUR TITLE HERE</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11" name="Text Placeholder 10"/>
          <p:cNvSpPr>
            <a:spLocks noGrp="1"/>
          </p:cNvSpPr>
          <p:nvPr>
            <p:ph type="body" idx="1"/>
          </p:nvPr>
        </p:nvSpPr>
        <p:spPr>
          <a:xfrm>
            <a:off x="589650" y="2032831"/>
            <a:ext cx="9753600" cy="3110442"/>
          </a:xfrm>
          <a:prstGeom prst="rect">
            <a:avLst/>
          </a:prstGeom>
        </p:spPr>
        <p:txBody>
          <a:bodyPr vert="horz" lIns="0" tIns="45720" rIns="0" bIns="45720" rtlCol="0">
            <a:normAutofit/>
          </a:bodyPr>
          <a:lstStyle/>
          <a:p>
            <a:pPr lvl="0"/>
            <a:r>
              <a:rPr lang="en-US" dirty="0"/>
              <a:t>Click to edit master text styles</a:t>
            </a:r>
          </a:p>
          <a:p>
            <a:pPr lvl="1"/>
            <a:r>
              <a:rPr lang="en-US"/>
              <a:t>Second level</a:t>
            </a:r>
          </a:p>
          <a:p>
            <a:pPr lvl="2"/>
            <a:r>
              <a:rPr lang="en-US"/>
              <a:t>Third level</a:t>
            </a:r>
          </a:p>
          <a:p>
            <a:pPr lvl="3"/>
            <a:r>
              <a:rPr lang="en-US"/>
              <a:t>Fourth level</a:t>
            </a:r>
            <a:endParaRPr lang="en-US" dirty="0"/>
          </a:p>
        </p:txBody>
      </p:sp>
      <p:grpSp>
        <p:nvGrpSpPr>
          <p:cNvPr id="58" name="Gruppe 57"/>
          <p:cNvGrpSpPr/>
          <p:nvPr userDrawn="1"/>
        </p:nvGrpSpPr>
        <p:grpSpPr>
          <a:xfrm>
            <a:off x="5466450" y="6027162"/>
            <a:ext cx="1272706" cy="669100"/>
            <a:chOff x="5387975" y="5659438"/>
            <a:chExt cx="1573213" cy="827087"/>
          </a:xfrm>
        </p:grpSpPr>
        <p:grpSp>
          <p:nvGrpSpPr>
            <p:cNvPr id="56" name="Gruppe 55"/>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57" name="Gruppe 56"/>
            <p:cNvGrpSpPr/>
            <p:nvPr userDrawn="1"/>
          </p:nvGrpSpPr>
          <p:grpSpPr>
            <a:xfrm>
              <a:off x="5880100" y="5659438"/>
              <a:ext cx="511175" cy="544512"/>
              <a:chOff x="5880100" y="5659438"/>
              <a:chExt cx="511175" cy="544512"/>
            </a:xfrm>
            <a:solidFill>
              <a:schemeClr val="tx1"/>
            </a:solidFill>
          </p:grpSpPr>
          <p:sp>
            <p:nvSpPr>
              <p:cNvPr id="5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81" name="Gruppe 80"/>
          <p:cNvGrpSpPr/>
          <p:nvPr userDrawn="1"/>
        </p:nvGrpSpPr>
        <p:grpSpPr>
          <a:xfrm>
            <a:off x="-3502" y="657225"/>
            <a:ext cx="405154" cy="1182460"/>
            <a:chOff x="320675" y="2816225"/>
            <a:chExt cx="350838" cy="1023938"/>
          </a:xfrm>
          <a:solidFill>
            <a:schemeClr val="tx1"/>
          </a:solidFill>
        </p:grpSpPr>
        <p:sp>
          <p:nvSpPr>
            <p:cNvPr id="62"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4"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5"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6"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7"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8"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9"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0"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377184672"/>
      </p:ext>
    </p:extLst>
  </p:cSld>
  <p:clrMap bg1="lt1" tx1="dk1" bg2="lt2" tx2="dk2" accent1="accent1" accent2="accent2" accent3="accent3" accent4="accent4" accent5="accent5" accent6="accent6" hlink="hlink" folHlink="folHlink"/>
  <p:sldLayoutIdLst>
    <p:sldLayoutId id="2147484055" r:id="rId1"/>
    <p:sldLayoutId id="2147484019" r:id="rId2"/>
    <p:sldLayoutId id="2147484053" r:id="rId3"/>
    <p:sldLayoutId id="2147484008" r:id="rId4"/>
    <p:sldLayoutId id="2147484022" r:id="rId5"/>
    <p:sldLayoutId id="2147484011" r:id="rId6"/>
    <p:sldLayoutId id="2147484014" r:id="rId7"/>
    <p:sldLayoutId id="2147484020" r:id="rId8"/>
    <p:sldLayoutId id="2147484051" r:id="rId9"/>
    <p:sldLayoutId id="2147484028" r:id="rId10"/>
    <p:sldLayoutId id="2147484032" r:id="rId11"/>
    <p:sldLayoutId id="2147484052" r:id="rId12"/>
    <p:sldLayoutId id="2147484054" r:id="rId13"/>
    <p:sldLayoutId id="2147484056" r:id="rId14"/>
  </p:sldLayoutIdLst>
  <p:hf sldNum="0" hdr="0" ftr="0"/>
  <p:txStyles>
    <p:title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p:titleStyle>
    <p:bodyStyle>
      <a:lvl1pPr marL="285750" indent="-285750" algn="l" defTabSz="914318" rtl="0" eaLnBrk="1" latinLnBrk="0" hangingPunct="1">
        <a:lnSpc>
          <a:spcPct val="120000"/>
        </a:lnSpc>
        <a:spcBef>
          <a:spcPts val="1000"/>
        </a:spcBef>
        <a:buFontTx/>
        <a:buBlip>
          <a:blip r:embed="rId16"/>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16"/>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17"/>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17"/>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17"/>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8" algn="l" defTabSz="914318" rtl="0" eaLnBrk="1" latinLnBrk="0" hangingPunct="1">
        <a:defRPr sz="1800" kern="1200">
          <a:solidFill>
            <a:schemeClr val="tx1"/>
          </a:solidFill>
          <a:latin typeface="+mn-lt"/>
          <a:ea typeface="+mn-ea"/>
          <a:cs typeface="+mn-cs"/>
        </a:defRPr>
      </a:lvl4pPr>
      <a:lvl5pPr marL="1828636" algn="l" defTabSz="914318" rtl="0" eaLnBrk="1" latinLnBrk="0" hangingPunct="1">
        <a:defRPr sz="1800" kern="1200">
          <a:solidFill>
            <a:schemeClr val="tx1"/>
          </a:solidFill>
          <a:latin typeface="+mn-lt"/>
          <a:ea typeface="+mn-ea"/>
          <a:cs typeface="+mn-cs"/>
        </a:defRPr>
      </a:lvl5pPr>
      <a:lvl6pPr marL="2285794" algn="l" defTabSz="914318" rtl="0" eaLnBrk="1" latinLnBrk="0" hangingPunct="1">
        <a:defRPr sz="1800" kern="1200">
          <a:solidFill>
            <a:schemeClr val="tx1"/>
          </a:solidFill>
          <a:latin typeface="+mn-lt"/>
          <a:ea typeface="+mn-ea"/>
          <a:cs typeface="+mn-cs"/>
        </a:defRPr>
      </a:lvl6pPr>
      <a:lvl7pPr marL="2742953" algn="l" defTabSz="914318" rtl="0" eaLnBrk="1" latinLnBrk="0" hangingPunct="1">
        <a:defRPr sz="1800" kern="1200">
          <a:solidFill>
            <a:schemeClr val="tx1"/>
          </a:solidFill>
          <a:latin typeface="+mn-lt"/>
          <a:ea typeface="+mn-ea"/>
          <a:cs typeface="+mn-cs"/>
        </a:defRPr>
      </a:lvl7pPr>
      <a:lvl8pPr marL="3200112" algn="l" defTabSz="914318" rtl="0" eaLnBrk="1" latinLnBrk="0" hangingPunct="1">
        <a:defRPr sz="1800" kern="1200">
          <a:solidFill>
            <a:schemeClr val="tx1"/>
          </a:solidFill>
          <a:latin typeface="+mn-lt"/>
          <a:ea typeface="+mn-ea"/>
          <a:cs typeface="+mn-cs"/>
        </a:defRPr>
      </a:lvl8pPr>
      <a:lvl9pPr marL="3657271" algn="l" defTabSz="914318"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F26B43"/>
          </p15:clr>
        </p15:guide>
        <p15:guide id="1" orient="horz" pos="1162" userDrawn="1">
          <p15:clr>
            <a:srgbClr val="F26B43"/>
          </p15:clr>
        </p15:guide>
        <p15:guide id="28" pos="370" userDrawn="1">
          <p15:clr>
            <a:srgbClr val="F26B43"/>
          </p15:clr>
        </p15:guide>
        <p15:guide id="29" pos="7320" userDrawn="1">
          <p15:clr>
            <a:srgbClr val="F26B43"/>
          </p15:clr>
        </p15:guide>
        <p15:guide id="48" pos="1141" userDrawn="1">
          <p15:clr>
            <a:srgbClr val="F26B43"/>
          </p15:clr>
        </p15:guide>
        <p15:guide id="51" orient="horz" pos="414" userDrawn="1">
          <p15:clr>
            <a:srgbClr val="F26B43"/>
          </p15:clr>
        </p15:guide>
        <p15:guide id="52" pos="4339" userDrawn="1">
          <p15:clr>
            <a:srgbClr val="F26B43"/>
          </p15:clr>
        </p15:guide>
        <p15:guide id="53" pos="467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tutorialspoint.com/cprogramming/c_assignment_operators.htm" TargetMode="Externa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www.tutorialspoint.com/cprogramming/c_relational_operators.htm"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17.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Pladsholder til billede 33"/>
          <p:cNvPicPr>
            <a:picLocks noGrp="1" noChangeAspect="1"/>
          </p:cNvPicPr>
          <p:nvPr>
            <p:ph type="pic" sz="quarter" idx="11"/>
          </p:nvPr>
        </p:nvPicPr>
        <p:blipFill rotWithShape="1">
          <a:blip r:embed="rId3" cstate="print">
            <a:extLst>
              <a:ext uri="{28A0092B-C50C-407E-A947-70E740481C1C}">
                <a14:useLocalDpi xmlns:a14="http://schemas.microsoft.com/office/drawing/2010/main"/>
              </a:ext>
            </a:extLst>
          </a:blip>
          <a:srcRect/>
          <a:stretch/>
        </p:blipFill>
        <p:spPr>
          <a:xfrm>
            <a:off x="0" y="0"/>
            <a:ext cx="12192000" cy="6858000"/>
          </a:xfrm>
        </p:spPr>
      </p:pic>
      <p:sp>
        <p:nvSpPr>
          <p:cNvPr id="4" name="Titel 3"/>
          <p:cNvSpPr>
            <a:spLocks noGrp="1"/>
          </p:cNvSpPr>
          <p:nvPr>
            <p:ph type="title"/>
          </p:nvPr>
        </p:nvSpPr>
        <p:spPr/>
        <p:txBody>
          <a:bodyPr/>
          <a:lstStyle/>
          <a:p>
            <a:r>
              <a:rPr lang="da-DK" dirty="0"/>
              <a:t>Programmering 7</a:t>
            </a:r>
          </a:p>
        </p:txBody>
      </p:sp>
      <p:sp>
        <p:nvSpPr>
          <p:cNvPr id="7" name="Pladsholder til tekst 6"/>
          <p:cNvSpPr>
            <a:spLocks noGrp="1"/>
          </p:cNvSpPr>
          <p:nvPr>
            <p:ph type="body" sz="quarter" idx="12"/>
          </p:nvPr>
        </p:nvSpPr>
        <p:spPr/>
        <p:txBody>
          <a:bodyPr/>
          <a:lstStyle/>
          <a:p>
            <a:r>
              <a:rPr lang="da-DK" dirty="0"/>
              <a:t>Arrays and pointere</a:t>
            </a:r>
          </a:p>
        </p:txBody>
      </p:sp>
      <p:grpSp>
        <p:nvGrpSpPr>
          <p:cNvPr id="10" name="Gruppe 9"/>
          <p:cNvGrpSpPr/>
          <p:nvPr/>
        </p:nvGrpSpPr>
        <p:grpSpPr>
          <a:xfrm>
            <a:off x="5466450" y="6027162"/>
            <a:ext cx="1272706" cy="669100"/>
            <a:chOff x="5387975" y="5659438"/>
            <a:chExt cx="1573213" cy="827087"/>
          </a:xfrm>
          <a:solidFill>
            <a:schemeClr val="bg1"/>
          </a:solidFill>
        </p:grpSpPr>
        <p:grpSp>
          <p:nvGrpSpPr>
            <p:cNvPr id="11" name="Gruppe 10"/>
            <p:cNvGrpSpPr/>
            <p:nvPr userDrawn="1"/>
          </p:nvGrpSpPr>
          <p:grpSpPr>
            <a:xfrm>
              <a:off x="5387975" y="6407150"/>
              <a:ext cx="1573213" cy="79375"/>
              <a:chOff x="5387975" y="6407150"/>
              <a:chExt cx="1573213" cy="79375"/>
            </a:xfrm>
            <a:grpFill/>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0"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1"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grp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2" name="TextBox 1">
            <a:extLst>
              <a:ext uri="{FF2B5EF4-FFF2-40B4-BE49-F238E27FC236}">
                <a16:creationId xmlns:a16="http://schemas.microsoft.com/office/drawing/2014/main" id="{2AE54174-1567-90D1-9645-9CD017CB4834}"/>
              </a:ext>
            </a:extLst>
          </p:cNvPr>
          <p:cNvSpPr txBox="1"/>
          <p:nvPr/>
        </p:nvSpPr>
        <p:spPr>
          <a:xfrm>
            <a:off x="2425436" y="3244334"/>
            <a:ext cx="7341128" cy="369332"/>
          </a:xfrm>
          <a:prstGeom prst="rect">
            <a:avLst/>
          </a:prstGeom>
          <a:solidFill>
            <a:schemeClr val="bg1"/>
          </a:solidFill>
        </p:spPr>
        <p:txBody>
          <a:bodyPr wrap="square" rtlCol="0">
            <a:spAutoFit/>
          </a:bodyPr>
          <a:ls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a:lstStyle>
          <a:p>
            <a:pPr algn="ctr"/>
            <a:r>
              <a:rPr lang="da-DK" dirty="0"/>
              <a:t>01-10-2025</a:t>
            </a:r>
            <a:endParaRPr lang="en-DK" dirty="0"/>
          </a:p>
        </p:txBody>
      </p:sp>
    </p:spTree>
    <p:extLst>
      <p:ext uri="{BB962C8B-B14F-4D97-AF65-F5344CB8AC3E}">
        <p14:creationId xmlns:p14="http://schemas.microsoft.com/office/powerpoint/2010/main" val="2290672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381492D-3F3B-167D-9347-2171D267D712}"/>
              </a:ext>
            </a:extLst>
          </p:cNvPr>
          <p:cNvSpPr>
            <a:spLocks noGrp="1"/>
          </p:cNvSpPr>
          <p:nvPr>
            <p:ph type="title"/>
          </p:nvPr>
        </p:nvSpPr>
        <p:spPr/>
        <p:txBody>
          <a:bodyPr/>
          <a:lstStyle/>
          <a:p>
            <a:r>
              <a:rPr lang="en-US" dirty="0"/>
              <a:t>Recap </a:t>
            </a:r>
            <a:endParaRPr lang="en-DK" dirty="0"/>
          </a:p>
        </p:txBody>
      </p:sp>
      <p:graphicFrame>
        <p:nvGraphicFramePr>
          <p:cNvPr id="7" name="Table 6">
            <a:extLst>
              <a:ext uri="{FF2B5EF4-FFF2-40B4-BE49-F238E27FC236}">
                <a16:creationId xmlns:a16="http://schemas.microsoft.com/office/drawing/2014/main" id="{7C54FC0C-628C-EC84-F4A9-E368FC808A9A}"/>
              </a:ext>
            </a:extLst>
          </p:cNvPr>
          <p:cNvGraphicFramePr>
            <a:graphicFrameLocks noGrp="1"/>
          </p:cNvGraphicFramePr>
          <p:nvPr>
            <p:extLst>
              <p:ext uri="{D42A27DB-BD31-4B8C-83A1-F6EECF244321}">
                <p14:modId xmlns:p14="http://schemas.microsoft.com/office/powerpoint/2010/main" val="2664074054"/>
              </p:ext>
            </p:extLst>
          </p:nvPr>
        </p:nvGraphicFramePr>
        <p:xfrm>
          <a:off x="3390900" y="1595667"/>
          <a:ext cx="4146550" cy="4137900"/>
        </p:xfrm>
        <a:graphic>
          <a:graphicData uri="http://schemas.openxmlformats.org/drawingml/2006/table">
            <a:tbl>
              <a:tblPr/>
              <a:tblGrid>
                <a:gridCol w="2073275">
                  <a:extLst>
                    <a:ext uri="{9D8B030D-6E8A-4147-A177-3AD203B41FA5}">
                      <a16:colId xmlns:a16="http://schemas.microsoft.com/office/drawing/2014/main" val="3302228733"/>
                    </a:ext>
                  </a:extLst>
                </a:gridCol>
                <a:gridCol w="2073275">
                  <a:extLst>
                    <a:ext uri="{9D8B030D-6E8A-4147-A177-3AD203B41FA5}">
                      <a16:colId xmlns:a16="http://schemas.microsoft.com/office/drawing/2014/main" val="471317033"/>
                    </a:ext>
                  </a:extLst>
                </a:gridCol>
              </a:tblGrid>
              <a:tr h="155496">
                <a:tc>
                  <a:txBody>
                    <a:bodyPr/>
                    <a:lstStyle/>
                    <a:p>
                      <a:pPr algn="r"/>
                      <a:r>
                        <a:rPr lang="en-US" sz="1050" dirty="0">
                          <a:effectLst/>
                        </a:rPr>
                        <a:t>Format Specifier</a:t>
                      </a: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l"/>
                      <a:r>
                        <a:rPr lang="en-US" sz="1050" dirty="0">
                          <a:effectLst/>
                        </a:rPr>
                        <a:t>Description</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4033377767"/>
                  </a:ext>
                </a:extLst>
              </a:tr>
              <a:tr h="155496">
                <a:tc>
                  <a:txBody>
                    <a:bodyPr/>
                    <a:lstStyle/>
                    <a:p>
                      <a:pPr algn="r"/>
                      <a:r>
                        <a:rPr lang="en-US" sz="1050" b="1">
                          <a:effectLst/>
                        </a:rPr>
                        <a:t>%c</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dirty="0"/>
                        <a:t>For character type.</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824043606"/>
                  </a:ext>
                </a:extLst>
              </a:tr>
              <a:tr h="155496">
                <a:tc>
                  <a:txBody>
                    <a:bodyPr/>
                    <a:lstStyle/>
                    <a:p>
                      <a:pPr algn="r"/>
                      <a:r>
                        <a:rPr lang="en-US" sz="1050" b="1" dirty="0">
                          <a:effectLst/>
                        </a:rPr>
                        <a:t>%d</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For signed integer type.</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329713124"/>
                  </a:ext>
                </a:extLst>
              </a:tr>
              <a:tr h="155496">
                <a:tc>
                  <a:txBody>
                    <a:bodyPr/>
                    <a:lstStyle/>
                    <a:p>
                      <a:pPr algn="r"/>
                      <a:r>
                        <a:rPr lang="en-US" sz="1050" b="1">
                          <a:effectLst/>
                        </a:rPr>
                        <a:t>%e or %E</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dirty="0"/>
                        <a:t>For scientific notation of floats.</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419891355"/>
                  </a:ext>
                </a:extLst>
              </a:tr>
              <a:tr h="155496">
                <a:tc>
                  <a:txBody>
                    <a:bodyPr/>
                    <a:lstStyle/>
                    <a:p>
                      <a:pPr algn="r"/>
                      <a:r>
                        <a:rPr lang="en-US" sz="1050" b="1">
                          <a:effectLst/>
                        </a:rPr>
                        <a:t>%f</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For float type.</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379653090"/>
                  </a:ext>
                </a:extLst>
              </a:tr>
              <a:tr h="155496">
                <a:tc>
                  <a:txBody>
                    <a:bodyPr/>
                    <a:lstStyle/>
                    <a:p>
                      <a:pPr algn="r"/>
                      <a:r>
                        <a:rPr lang="en-US" sz="1050" b="1" dirty="0">
                          <a:effectLst/>
                        </a:rPr>
                        <a:t>%g or %G</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For float type with the current precision.</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486743886"/>
                  </a:ext>
                </a:extLst>
              </a:tr>
              <a:tr h="155496">
                <a:tc>
                  <a:txBody>
                    <a:bodyPr/>
                    <a:lstStyle/>
                    <a:p>
                      <a:pPr algn="r"/>
                      <a:r>
                        <a:rPr lang="en-US" sz="1050" b="1" dirty="0">
                          <a:effectLst/>
                        </a:rPr>
                        <a:t>%i</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dirty="0"/>
                        <a:t>Unsigned integer</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554335827"/>
                  </a:ext>
                </a:extLst>
              </a:tr>
              <a:tr h="155496">
                <a:tc>
                  <a:txBody>
                    <a:bodyPr/>
                    <a:lstStyle/>
                    <a:p>
                      <a:pPr algn="r"/>
                      <a:r>
                        <a:rPr lang="en-US" sz="1050" b="1">
                          <a:effectLst/>
                        </a:rPr>
                        <a:t>%ld or %li</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Long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990843635"/>
                  </a:ext>
                </a:extLst>
              </a:tr>
              <a:tr h="155496">
                <a:tc>
                  <a:txBody>
                    <a:bodyPr/>
                    <a:lstStyle/>
                    <a:p>
                      <a:pPr algn="r"/>
                      <a:r>
                        <a:rPr lang="en-US" sz="1050" b="1" dirty="0">
                          <a:effectLst/>
                        </a:rPr>
                        <a:t>%</a:t>
                      </a:r>
                      <a:r>
                        <a:rPr lang="en-US" sz="1050" b="1" dirty="0" err="1">
                          <a:effectLst/>
                        </a:rPr>
                        <a:t>lf</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Double</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409913500"/>
                  </a:ext>
                </a:extLst>
              </a:tr>
              <a:tr h="155496">
                <a:tc>
                  <a:txBody>
                    <a:bodyPr/>
                    <a:lstStyle/>
                    <a:p>
                      <a:pPr algn="r"/>
                      <a:r>
                        <a:rPr lang="en-US" sz="1050" b="1" dirty="0">
                          <a:effectLst/>
                        </a:rPr>
                        <a:t>%</a:t>
                      </a:r>
                      <a:r>
                        <a:rPr lang="en-US" sz="1050" b="1" dirty="0" err="1">
                          <a:effectLst/>
                        </a:rPr>
                        <a:t>Lf</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Long double</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942507648"/>
                  </a:ext>
                </a:extLst>
              </a:tr>
              <a:tr h="155496">
                <a:tc>
                  <a:txBody>
                    <a:bodyPr/>
                    <a:lstStyle/>
                    <a:p>
                      <a:pPr algn="r"/>
                      <a:r>
                        <a:rPr lang="en-US" sz="1050" b="1">
                          <a:effectLst/>
                        </a:rPr>
                        <a:t>%lu</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Unsigned int or unsigned long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040560228"/>
                  </a:ext>
                </a:extLst>
              </a:tr>
              <a:tr h="155496">
                <a:tc>
                  <a:txBody>
                    <a:bodyPr/>
                    <a:lstStyle/>
                    <a:p>
                      <a:pPr algn="r"/>
                      <a:r>
                        <a:rPr lang="en-US" sz="1050" b="1" dirty="0">
                          <a:effectLst/>
                        </a:rPr>
                        <a:t>%</a:t>
                      </a:r>
                      <a:r>
                        <a:rPr lang="en-US" sz="1050" b="1" dirty="0" err="1">
                          <a:effectLst/>
                        </a:rPr>
                        <a:t>lli</a:t>
                      </a:r>
                      <a:r>
                        <a:rPr lang="en-US" sz="1050" b="1" dirty="0">
                          <a:effectLst/>
                        </a:rPr>
                        <a:t> or %</a:t>
                      </a:r>
                      <a:r>
                        <a:rPr lang="en-US" sz="1050" b="1" dirty="0" err="1">
                          <a:effectLst/>
                        </a:rPr>
                        <a:t>lld</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Long long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811537565"/>
                  </a:ext>
                </a:extLst>
              </a:tr>
              <a:tr h="155496">
                <a:tc>
                  <a:txBody>
                    <a:bodyPr/>
                    <a:lstStyle/>
                    <a:p>
                      <a:pPr algn="r"/>
                      <a:r>
                        <a:rPr lang="en-US" sz="1050" b="1">
                          <a:effectLst/>
                        </a:rPr>
                        <a:t>%llu</a:t>
                      </a:r>
                      <a:endParaRPr lang="en-US" sz="105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Unsigned long long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088211247"/>
                  </a:ext>
                </a:extLst>
              </a:tr>
              <a:tr h="155496">
                <a:tc>
                  <a:txBody>
                    <a:bodyPr/>
                    <a:lstStyle/>
                    <a:p>
                      <a:pPr algn="r"/>
                      <a:r>
                        <a:rPr lang="en-US" sz="1050" b="1" dirty="0">
                          <a:effectLst/>
                        </a:rPr>
                        <a:t>%o</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Octal representation</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46380450"/>
                  </a:ext>
                </a:extLst>
              </a:tr>
              <a:tr h="155496">
                <a:tc>
                  <a:txBody>
                    <a:bodyPr/>
                    <a:lstStyle/>
                    <a:p>
                      <a:pPr algn="r"/>
                      <a:r>
                        <a:rPr lang="en-US" sz="1050" b="1" dirty="0">
                          <a:effectLst/>
                        </a:rPr>
                        <a:t>%p</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Pointer</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80890649"/>
                  </a:ext>
                </a:extLst>
              </a:tr>
              <a:tr h="155496">
                <a:tc>
                  <a:txBody>
                    <a:bodyPr/>
                    <a:lstStyle/>
                    <a:p>
                      <a:pPr algn="r"/>
                      <a:r>
                        <a:rPr lang="en-US" sz="1050" b="1" dirty="0">
                          <a:effectLst/>
                        </a:rPr>
                        <a:t>%s</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String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3995704106"/>
                  </a:ext>
                </a:extLst>
              </a:tr>
              <a:tr h="155496">
                <a:tc>
                  <a:txBody>
                    <a:bodyPr/>
                    <a:lstStyle/>
                    <a:p>
                      <a:pPr algn="r"/>
                      <a:r>
                        <a:rPr lang="en-US" sz="1050" b="1" dirty="0">
                          <a:effectLst/>
                        </a:rPr>
                        <a:t>%u</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Unsigned int</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2648782528"/>
                  </a:ext>
                </a:extLst>
              </a:tr>
              <a:tr h="155496">
                <a:tc>
                  <a:txBody>
                    <a:bodyPr/>
                    <a:lstStyle/>
                    <a:p>
                      <a:pPr algn="r"/>
                      <a:r>
                        <a:rPr lang="en-US" sz="1050" b="1" dirty="0">
                          <a:effectLst/>
                        </a:rPr>
                        <a:t>%x or %X</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Hexadecimal representation</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472664091"/>
                  </a:ext>
                </a:extLst>
              </a:tr>
              <a:tr h="155496">
                <a:tc>
                  <a:txBody>
                    <a:bodyPr/>
                    <a:lstStyle/>
                    <a:p>
                      <a:pPr algn="r"/>
                      <a:r>
                        <a:rPr lang="en-US" sz="1050" b="1" dirty="0">
                          <a:effectLst/>
                        </a:rPr>
                        <a:t>%n</a:t>
                      </a:r>
                      <a:endParaRPr lang="en-US"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a:t>Prints nothing</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675956738"/>
                  </a:ext>
                </a:extLst>
              </a:tr>
              <a:tr h="155496">
                <a:tc>
                  <a:txBody>
                    <a:bodyPr/>
                    <a:lstStyle/>
                    <a:p>
                      <a:pPr algn="r"/>
                      <a:r>
                        <a:rPr lang="en-DK" sz="1050" b="1" dirty="0">
                          <a:effectLst/>
                        </a:rPr>
                        <a:t>%%</a:t>
                      </a:r>
                      <a:endParaRPr lang="en-DK" sz="1050" dirty="0">
                        <a:effectLst/>
                      </a:endParaRPr>
                    </a:p>
                  </a:txBody>
                  <a:tcPr marL="38874" marR="38874" marT="19437" marB="19437"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r>
                        <a:rPr lang="en-US" sz="1050" dirty="0"/>
                        <a:t>Prints % character</a:t>
                      </a:r>
                    </a:p>
                  </a:txBody>
                  <a:tcPr marL="38874" marR="38874" marT="19437" marB="19437" anchor="ctr">
                    <a:lnL w="12700" cap="flat" cmpd="sng" algn="ctr">
                      <a:solidFill>
                        <a:schemeClr val="tx1"/>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68322146"/>
                  </a:ext>
                </a:extLst>
              </a:tr>
            </a:tbl>
          </a:graphicData>
        </a:graphic>
      </p:graphicFrame>
    </p:spTree>
    <p:extLst>
      <p:ext uri="{BB962C8B-B14F-4D97-AF65-F5344CB8AC3E}">
        <p14:creationId xmlns:p14="http://schemas.microsoft.com/office/powerpoint/2010/main" val="18913214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5325360F-A813-4D7B-862F-FFFF91BF161E}"/>
              </a:ext>
            </a:extLst>
          </p:cNvPr>
          <p:cNvSpPr>
            <a:spLocks noGrp="1"/>
          </p:cNvSpPr>
          <p:nvPr>
            <p:ph type="title"/>
          </p:nvPr>
        </p:nvSpPr>
        <p:spPr>
          <a:xfrm>
            <a:off x="587373" y="359273"/>
            <a:ext cx="6174154" cy="1621619"/>
          </a:xfrm>
        </p:spPr>
        <p:txBody>
          <a:bodyPr/>
          <a:lstStyle/>
          <a:p>
            <a:r>
              <a:rPr lang="da-DK" dirty="0" err="1"/>
              <a:t>Recap</a:t>
            </a:r>
            <a:endParaRPr lang="en-US" dirty="0"/>
          </a:p>
        </p:txBody>
      </p:sp>
      <p:sp>
        <p:nvSpPr>
          <p:cNvPr id="5" name="Pladsholder til tekst 4">
            <a:extLst>
              <a:ext uri="{FF2B5EF4-FFF2-40B4-BE49-F238E27FC236}">
                <a16:creationId xmlns:a16="http://schemas.microsoft.com/office/drawing/2014/main" id="{81C48F38-F79E-4ADB-A53D-0000A3B66BD5}"/>
              </a:ext>
            </a:extLst>
          </p:cNvPr>
          <p:cNvSpPr>
            <a:spLocks noGrp="1"/>
          </p:cNvSpPr>
          <p:nvPr>
            <p:ph type="body" sz="quarter" idx="12"/>
          </p:nvPr>
        </p:nvSpPr>
        <p:spPr>
          <a:xfrm>
            <a:off x="587375" y="1496160"/>
            <a:ext cx="5251363" cy="3752115"/>
          </a:xfrm>
        </p:spPr>
        <p:txBody>
          <a:bodyPr/>
          <a:lstStyle/>
          <a:p>
            <a:pPr marL="0" indent="0">
              <a:buNone/>
            </a:pPr>
            <a:r>
              <a:rPr lang="da-DK" dirty="0"/>
              <a:t>Hvis vi skal læse og skrive kode skal vi lige have styr på hvordan vi skriver værdier til vores variabler.</a:t>
            </a:r>
          </a:p>
          <a:p>
            <a:pPr marL="0" indent="0">
              <a:buNone/>
            </a:pPr>
            <a:endParaRPr lang="da-DK" dirty="0"/>
          </a:p>
        </p:txBody>
      </p:sp>
      <p:sp>
        <p:nvSpPr>
          <p:cNvPr id="17" name="Tekstfelt 16">
            <a:extLst>
              <a:ext uri="{FF2B5EF4-FFF2-40B4-BE49-F238E27FC236}">
                <a16:creationId xmlns:a16="http://schemas.microsoft.com/office/drawing/2014/main" id="{F18EABCA-9221-4204-A8BE-5A3C0B7652C1}"/>
              </a:ext>
            </a:extLst>
          </p:cNvPr>
          <p:cNvSpPr txBox="1"/>
          <p:nvPr/>
        </p:nvSpPr>
        <p:spPr>
          <a:xfrm>
            <a:off x="581735" y="5759525"/>
            <a:ext cx="6094602" cy="369332"/>
          </a:xfrm>
          <a:prstGeom prst="rect">
            <a:avLst/>
          </a:prstGeom>
          <a:noFill/>
        </p:spPr>
        <p:txBody>
          <a:bodyPr wrap="square">
            <a:spAutoFit/>
          </a:bodyPr>
          <a:lstStyle/>
          <a:p>
            <a:r>
              <a:rPr lang="en-US" b="0" i="0" dirty="0" err="1">
                <a:solidFill>
                  <a:srgbClr val="797979"/>
                </a:solidFill>
                <a:effectLst/>
                <a:latin typeface="Arial" panose="020B0604020202020204" pitchFamily="34" charset="0"/>
              </a:rPr>
              <a:t>Hjælp</a:t>
            </a:r>
            <a:r>
              <a:rPr lang="en-US" b="0" i="0" dirty="0">
                <a:solidFill>
                  <a:srgbClr val="797979"/>
                </a:solidFill>
                <a:effectLst/>
                <a:latin typeface="Arial" panose="020B0604020202020204" pitchFamily="34" charset="0"/>
              </a:rPr>
              <a:t>: </a:t>
            </a:r>
            <a:r>
              <a:rPr lang="en-US" b="0" i="0" dirty="0">
                <a:solidFill>
                  <a:srgbClr val="797979"/>
                </a:solidFill>
                <a:effectLst/>
                <a:latin typeface="Arial" panose="020B0604020202020204" pitchFamily="34" charset="0"/>
                <a:hlinkClick r:id="rId2"/>
              </a:rPr>
              <a:t>Assignment Operators in C</a:t>
            </a:r>
            <a:endParaRPr lang="en-US" b="0" i="0" dirty="0">
              <a:solidFill>
                <a:srgbClr val="797979"/>
              </a:solidFill>
              <a:effectLst/>
              <a:latin typeface="Arial" panose="020B0604020202020204" pitchFamily="34" charset="0"/>
            </a:endParaRPr>
          </a:p>
        </p:txBody>
      </p:sp>
      <p:pic>
        <p:nvPicPr>
          <p:cNvPr id="6" name="Billede 5">
            <a:extLst>
              <a:ext uri="{FF2B5EF4-FFF2-40B4-BE49-F238E27FC236}">
                <a16:creationId xmlns:a16="http://schemas.microsoft.com/office/drawing/2014/main" id="{E5DC5B83-C8A4-4B54-97DE-1F737968F3C2}"/>
              </a:ext>
            </a:extLst>
          </p:cNvPr>
          <p:cNvPicPr>
            <a:picLocks noChangeAspect="1"/>
          </p:cNvPicPr>
          <p:nvPr/>
        </p:nvPicPr>
        <p:blipFill>
          <a:blip r:embed="rId3"/>
          <a:stretch>
            <a:fillRect/>
          </a:stretch>
        </p:blipFill>
        <p:spPr>
          <a:xfrm>
            <a:off x="6378058" y="276423"/>
            <a:ext cx="5174919" cy="5667768"/>
          </a:xfrm>
          <a:prstGeom prst="rect">
            <a:avLst/>
          </a:prstGeom>
        </p:spPr>
      </p:pic>
      <p:pic>
        <p:nvPicPr>
          <p:cNvPr id="8" name="Billede 7">
            <a:extLst>
              <a:ext uri="{FF2B5EF4-FFF2-40B4-BE49-F238E27FC236}">
                <a16:creationId xmlns:a16="http://schemas.microsoft.com/office/drawing/2014/main" id="{3F004430-B8D6-48EC-A4C8-3921633BA41C}"/>
              </a:ext>
            </a:extLst>
          </p:cNvPr>
          <p:cNvPicPr>
            <a:picLocks noChangeAspect="1"/>
          </p:cNvPicPr>
          <p:nvPr/>
        </p:nvPicPr>
        <p:blipFill>
          <a:blip r:embed="rId4"/>
          <a:stretch>
            <a:fillRect/>
          </a:stretch>
        </p:blipFill>
        <p:spPr>
          <a:xfrm>
            <a:off x="581735" y="2249289"/>
            <a:ext cx="2390195" cy="3170229"/>
          </a:xfrm>
          <a:prstGeom prst="rect">
            <a:avLst/>
          </a:prstGeom>
        </p:spPr>
      </p:pic>
    </p:spTree>
    <p:extLst>
      <p:ext uri="{BB962C8B-B14F-4D97-AF65-F5344CB8AC3E}">
        <p14:creationId xmlns:p14="http://schemas.microsoft.com/office/powerpoint/2010/main" val="41349156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5325360F-A813-4D7B-862F-FFFF91BF161E}"/>
              </a:ext>
            </a:extLst>
          </p:cNvPr>
          <p:cNvSpPr>
            <a:spLocks noGrp="1"/>
          </p:cNvSpPr>
          <p:nvPr>
            <p:ph type="title"/>
          </p:nvPr>
        </p:nvSpPr>
        <p:spPr>
          <a:xfrm>
            <a:off x="587374" y="359273"/>
            <a:ext cx="5349142" cy="1621619"/>
          </a:xfrm>
        </p:spPr>
        <p:txBody>
          <a:bodyPr/>
          <a:lstStyle/>
          <a:p>
            <a:r>
              <a:rPr lang="da-DK" dirty="0" err="1"/>
              <a:t>Recap</a:t>
            </a:r>
            <a:endParaRPr lang="en-US" dirty="0"/>
          </a:p>
        </p:txBody>
      </p:sp>
      <p:sp>
        <p:nvSpPr>
          <p:cNvPr id="5" name="Pladsholder til tekst 4">
            <a:extLst>
              <a:ext uri="{FF2B5EF4-FFF2-40B4-BE49-F238E27FC236}">
                <a16:creationId xmlns:a16="http://schemas.microsoft.com/office/drawing/2014/main" id="{81C48F38-F79E-4ADB-A53D-0000A3B66BD5}"/>
              </a:ext>
            </a:extLst>
          </p:cNvPr>
          <p:cNvSpPr>
            <a:spLocks noGrp="1"/>
          </p:cNvSpPr>
          <p:nvPr>
            <p:ph type="body" sz="quarter" idx="12"/>
          </p:nvPr>
        </p:nvSpPr>
        <p:spPr>
          <a:xfrm>
            <a:off x="587375" y="1496160"/>
            <a:ext cx="5251363" cy="3752115"/>
          </a:xfrm>
        </p:spPr>
        <p:txBody>
          <a:bodyPr/>
          <a:lstStyle/>
          <a:p>
            <a:pPr marL="0" indent="0">
              <a:buNone/>
            </a:pPr>
            <a:r>
              <a:rPr lang="da-DK" dirty="0"/>
              <a:t>Hvis vi skal lave smarte betingede valg i vores </a:t>
            </a:r>
            <a:r>
              <a:rPr lang="da-DK" dirty="0" err="1"/>
              <a:t>if</a:t>
            </a:r>
            <a:r>
              <a:rPr lang="da-DK" dirty="0"/>
              <a:t> statement skal vi kunne opstille komplekse udgaver af </a:t>
            </a:r>
            <a:r>
              <a:rPr lang="da-DK" dirty="0" err="1"/>
              <a:t>boolean_expression</a:t>
            </a:r>
            <a:r>
              <a:rPr lang="da-DK" dirty="0"/>
              <a:t>. </a:t>
            </a:r>
          </a:p>
          <a:p>
            <a:pPr marL="0" indent="0">
              <a:buNone/>
            </a:pPr>
            <a:r>
              <a:rPr lang="da-DK" dirty="0"/>
              <a:t>Til dette formål kan vi anvende </a:t>
            </a:r>
            <a:r>
              <a:rPr lang="da-DK" dirty="0" err="1"/>
              <a:t>Relational</a:t>
            </a:r>
            <a:r>
              <a:rPr lang="da-DK" dirty="0"/>
              <a:t> Operators</a:t>
            </a:r>
          </a:p>
          <a:p>
            <a:pPr marL="0" indent="0">
              <a:buNone/>
            </a:pPr>
            <a:endParaRPr lang="da-DK" dirty="0"/>
          </a:p>
          <a:p>
            <a:pPr marL="0" indent="0">
              <a:buNone/>
            </a:pPr>
            <a:endParaRPr lang="da-DK" dirty="0"/>
          </a:p>
          <a:p>
            <a:pPr marL="0" indent="0">
              <a:buNone/>
            </a:pPr>
            <a:endParaRPr lang="da-DK" dirty="0"/>
          </a:p>
          <a:p>
            <a:pPr marL="0" indent="0">
              <a:buNone/>
            </a:pPr>
            <a:endParaRPr lang="da-DK" dirty="0"/>
          </a:p>
          <a:p>
            <a:pPr marL="0" indent="0">
              <a:buNone/>
            </a:pPr>
            <a:r>
              <a:rPr lang="da-DK" dirty="0"/>
              <a:t>Husk ét = betyder </a:t>
            </a:r>
            <a:r>
              <a:rPr lang="da-DK" dirty="0" err="1"/>
              <a:t>assignment</a:t>
            </a:r>
            <a:endParaRPr lang="da-DK" dirty="0"/>
          </a:p>
          <a:p>
            <a:pPr marL="0" indent="0">
              <a:buNone/>
            </a:pPr>
            <a:r>
              <a:rPr lang="da-DK" dirty="0"/>
              <a:t>To == betyder sammenligning</a:t>
            </a:r>
            <a:endParaRPr lang="en-US" dirty="0"/>
          </a:p>
        </p:txBody>
      </p:sp>
      <p:sp>
        <p:nvSpPr>
          <p:cNvPr id="15" name="Tekstfelt 14">
            <a:extLst>
              <a:ext uri="{FF2B5EF4-FFF2-40B4-BE49-F238E27FC236}">
                <a16:creationId xmlns:a16="http://schemas.microsoft.com/office/drawing/2014/main" id="{2AD22AB0-6DE9-4871-B750-EA1201E07DA8}"/>
              </a:ext>
            </a:extLst>
          </p:cNvPr>
          <p:cNvSpPr txBox="1"/>
          <p:nvPr/>
        </p:nvSpPr>
        <p:spPr>
          <a:xfrm>
            <a:off x="513826" y="3117779"/>
            <a:ext cx="3563224" cy="369332"/>
          </a:xfrm>
          <a:prstGeom prst="rect">
            <a:avLst/>
          </a:prstGeom>
          <a:noFill/>
        </p:spPr>
        <p:txBody>
          <a:bodyPr wrap="square">
            <a:spAutoFit/>
          </a:bodyPr>
          <a:lstStyle/>
          <a:p>
            <a:pPr lvl="0"/>
            <a:r>
              <a:rPr lang="en-US" sz="1800" noProof="0" dirty="0"/>
              <a:t>Relational: &lt;, &lt;=, &gt;, &gt;=, ==, !=</a:t>
            </a:r>
          </a:p>
        </p:txBody>
      </p:sp>
      <p:sp>
        <p:nvSpPr>
          <p:cNvPr id="17" name="Tekstfelt 16">
            <a:extLst>
              <a:ext uri="{FF2B5EF4-FFF2-40B4-BE49-F238E27FC236}">
                <a16:creationId xmlns:a16="http://schemas.microsoft.com/office/drawing/2014/main" id="{F18EABCA-9221-4204-A8BE-5A3C0B7652C1}"/>
              </a:ext>
            </a:extLst>
          </p:cNvPr>
          <p:cNvSpPr txBox="1"/>
          <p:nvPr/>
        </p:nvSpPr>
        <p:spPr>
          <a:xfrm>
            <a:off x="581735" y="5759525"/>
            <a:ext cx="6094602" cy="369332"/>
          </a:xfrm>
          <a:prstGeom prst="rect">
            <a:avLst/>
          </a:prstGeom>
          <a:noFill/>
        </p:spPr>
        <p:txBody>
          <a:bodyPr wrap="square">
            <a:spAutoFit/>
          </a:bodyPr>
          <a:lstStyle/>
          <a:p>
            <a:r>
              <a:rPr lang="en-US" b="0" i="0" dirty="0" err="1">
                <a:solidFill>
                  <a:srgbClr val="797979"/>
                </a:solidFill>
                <a:effectLst/>
                <a:latin typeface="Arial" panose="020B0604020202020204" pitchFamily="34" charset="0"/>
              </a:rPr>
              <a:t>Hjælp</a:t>
            </a:r>
            <a:r>
              <a:rPr lang="en-US" b="0" i="0" dirty="0">
                <a:solidFill>
                  <a:srgbClr val="797979"/>
                </a:solidFill>
                <a:effectLst/>
                <a:latin typeface="Arial" panose="020B0604020202020204" pitchFamily="34" charset="0"/>
              </a:rPr>
              <a:t>: </a:t>
            </a:r>
            <a:r>
              <a:rPr lang="en-US" b="0" i="0" dirty="0">
                <a:solidFill>
                  <a:srgbClr val="797979"/>
                </a:solidFill>
                <a:effectLst/>
                <a:latin typeface="Arial" panose="020B0604020202020204" pitchFamily="34" charset="0"/>
                <a:hlinkClick r:id="rId2"/>
              </a:rPr>
              <a:t>Relational Operators in C</a:t>
            </a:r>
            <a:endParaRPr lang="en-US" b="0" i="0" dirty="0">
              <a:solidFill>
                <a:srgbClr val="797979"/>
              </a:solidFill>
              <a:effectLst/>
              <a:latin typeface="Arial" panose="020B0604020202020204" pitchFamily="34" charset="0"/>
            </a:endParaRPr>
          </a:p>
        </p:txBody>
      </p:sp>
      <p:pic>
        <p:nvPicPr>
          <p:cNvPr id="10" name="Billede 9">
            <a:extLst>
              <a:ext uri="{FF2B5EF4-FFF2-40B4-BE49-F238E27FC236}">
                <a16:creationId xmlns:a16="http://schemas.microsoft.com/office/drawing/2014/main" id="{EEDD9A03-23D3-4349-9BE1-E07182060C99}"/>
              </a:ext>
            </a:extLst>
          </p:cNvPr>
          <p:cNvPicPr>
            <a:picLocks noChangeAspect="1"/>
          </p:cNvPicPr>
          <p:nvPr/>
        </p:nvPicPr>
        <p:blipFill>
          <a:blip r:embed="rId3"/>
          <a:stretch>
            <a:fillRect/>
          </a:stretch>
        </p:blipFill>
        <p:spPr>
          <a:xfrm>
            <a:off x="5838738" y="1200323"/>
            <a:ext cx="5730744" cy="4573575"/>
          </a:xfrm>
          <a:prstGeom prst="rect">
            <a:avLst/>
          </a:prstGeom>
        </p:spPr>
      </p:pic>
    </p:spTree>
    <p:extLst>
      <p:ext uri="{BB962C8B-B14F-4D97-AF65-F5344CB8AC3E}">
        <p14:creationId xmlns:p14="http://schemas.microsoft.com/office/powerpoint/2010/main" val="4131622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F8C8AAC-38C3-41A2-9CC2-764CE5B98233}"/>
              </a:ext>
            </a:extLst>
          </p:cNvPr>
          <p:cNvSpPr>
            <a:spLocks noGrp="1"/>
          </p:cNvSpPr>
          <p:nvPr>
            <p:ph type="title"/>
          </p:nvPr>
        </p:nvSpPr>
        <p:spPr>
          <a:xfrm>
            <a:off x="587373" y="359273"/>
            <a:ext cx="7155665" cy="1621619"/>
          </a:xfrm>
        </p:spPr>
        <p:txBody>
          <a:bodyPr/>
          <a:lstStyle/>
          <a:p>
            <a:r>
              <a:rPr lang="da-DK"/>
              <a:t>Local and global variables </a:t>
            </a:r>
            <a:br>
              <a:rPr lang="da-DK"/>
            </a:br>
            <a:r>
              <a:rPr lang="da-DK"/>
              <a:t>+ formal parameters</a:t>
            </a:r>
            <a:endParaRPr lang="en-US"/>
          </a:p>
        </p:txBody>
      </p:sp>
      <p:sp>
        <p:nvSpPr>
          <p:cNvPr id="5" name="Pladsholder til tekst 4">
            <a:extLst>
              <a:ext uri="{FF2B5EF4-FFF2-40B4-BE49-F238E27FC236}">
                <a16:creationId xmlns:a16="http://schemas.microsoft.com/office/drawing/2014/main" id="{D62693B3-1B62-4455-AD7F-715C4E4594BC}"/>
              </a:ext>
            </a:extLst>
          </p:cNvPr>
          <p:cNvSpPr>
            <a:spLocks noGrp="1"/>
          </p:cNvSpPr>
          <p:nvPr>
            <p:ph type="body" sz="quarter" idx="12"/>
          </p:nvPr>
        </p:nvSpPr>
        <p:spPr>
          <a:xfrm>
            <a:off x="587375" y="2143359"/>
            <a:ext cx="5804547" cy="3752115"/>
          </a:xfrm>
        </p:spPr>
        <p:txBody>
          <a:bodyPr>
            <a:normAutofit/>
          </a:bodyPr>
          <a:lstStyle/>
          <a:p>
            <a:pPr marL="0" indent="0">
              <a:buNone/>
            </a:pPr>
            <a:r>
              <a:rPr lang="da-DK" sz="1400" dirty="0"/>
              <a:t>Variabler kan erklæres 3 steder:</a:t>
            </a:r>
          </a:p>
          <a:p>
            <a:pPr marL="342900" indent="-342900">
              <a:buFont typeface="+mj-lt"/>
              <a:buAutoNum type="arabicPeriod"/>
            </a:pPr>
            <a:r>
              <a:rPr lang="da-DK" sz="1400" dirty="0"/>
              <a:t>Inde i en funktion eller i en blok (lokale variabler)</a:t>
            </a:r>
          </a:p>
          <a:p>
            <a:pPr marL="342900" indent="-342900">
              <a:buFont typeface="+mj-lt"/>
              <a:buAutoNum type="arabicPeriod"/>
            </a:pPr>
            <a:r>
              <a:rPr lang="da-DK" sz="1400" dirty="0"/>
              <a:t>Uden for alle funktioner (globale variabler)</a:t>
            </a:r>
          </a:p>
          <a:p>
            <a:pPr marL="342900" indent="-342900">
              <a:buFont typeface="+mj-lt"/>
              <a:buAutoNum type="arabicPeriod"/>
            </a:pPr>
            <a:r>
              <a:rPr lang="da-DK" sz="1400" dirty="0"/>
              <a:t>Som funktionsparametre (formelle parametre)</a:t>
            </a:r>
          </a:p>
          <a:p>
            <a:pPr>
              <a:buFont typeface="Arial" panose="020B0604020202020204" pitchFamily="34" charset="0"/>
              <a:buChar char="•"/>
            </a:pPr>
            <a:endParaRPr lang="da-DK" sz="1400" dirty="0"/>
          </a:p>
          <a:p>
            <a:pPr marL="0" indent="0">
              <a:buNone/>
            </a:pPr>
            <a:r>
              <a:rPr lang="da-DK" sz="1400" dirty="0"/>
              <a:t>Demonstration af “Formal Parameters in C”:</a:t>
            </a:r>
            <a:endParaRPr lang="en-US" sz="1400" dirty="0"/>
          </a:p>
          <a:p>
            <a:endParaRPr lang="en-US" sz="1400" dirty="0"/>
          </a:p>
          <a:p>
            <a:pPr marL="0" indent="0">
              <a:buNone/>
            </a:pPr>
            <a:endParaRPr lang="en-US" sz="1400" dirty="0"/>
          </a:p>
        </p:txBody>
      </p:sp>
      <p:pic>
        <p:nvPicPr>
          <p:cNvPr id="8" name="Billede 7">
            <a:extLst>
              <a:ext uri="{FF2B5EF4-FFF2-40B4-BE49-F238E27FC236}">
                <a16:creationId xmlns:a16="http://schemas.microsoft.com/office/drawing/2014/main" id="{8E103FCC-74E9-4942-AA41-11D8FB9EA64F}"/>
              </a:ext>
            </a:extLst>
          </p:cNvPr>
          <p:cNvPicPr>
            <a:picLocks noChangeAspect="1"/>
          </p:cNvPicPr>
          <p:nvPr/>
        </p:nvPicPr>
        <p:blipFill>
          <a:blip r:embed="rId2"/>
          <a:stretch>
            <a:fillRect/>
          </a:stretch>
        </p:blipFill>
        <p:spPr>
          <a:xfrm>
            <a:off x="9029698" y="5250383"/>
            <a:ext cx="2440289" cy="1464174"/>
          </a:xfrm>
          <a:prstGeom prst="rect">
            <a:avLst/>
          </a:prstGeom>
        </p:spPr>
      </p:pic>
      <p:sp>
        <p:nvSpPr>
          <p:cNvPr id="7" name="TextBox 6">
            <a:extLst>
              <a:ext uri="{FF2B5EF4-FFF2-40B4-BE49-F238E27FC236}">
                <a16:creationId xmlns:a16="http://schemas.microsoft.com/office/drawing/2014/main" id="{D9468521-83C8-5C91-2CE0-258534E5961A}"/>
              </a:ext>
            </a:extLst>
          </p:cNvPr>
          <p:cNvSpPr txBox="1"/>
          <p:nvPr/>
        </p:nvSpPr>
        <p:spPr>
          <a:xfrm>
            <a:off x="6702642" y="1170082"/>
            <a:ext cx="5257516" cy="3970318"/>
          </a:xfrm>
          <a:prstGeom prst="rect">
            <a:avLst/>
          </a:prstGeom>
          <a:solidFill>
            <a:schemeClr val="bg1">
              <a:lumMod val="95000"/>
            </a:schemeClr>
          </a:solidFill>
          <a:ln>
            <a:noFill/>
          </a:ln>
        </p:spPr>
        <p:txBody>
          <a:bodyPr wrap="square">
            <a:spAutoFit/>
          </a:bodyPr>
          <a:lstStyle/>
          <a:p>
            <a:pPr marL="228600" indent="-228600">
              <a:buFont typeface="+mj-lt"/>
              <a:buAutoNum type="arabicPeriod"/>
            </a:pPr>
            <a:r>
              <a:rPr lang="en-US" sz="1200" b="0">
                <a:solidFill>
                  <a:srgbClr val="808080"/>
                </a:solidFill>
                <a:effectLst/>
                <a:latin typeface="Consolas" panose="020B0609020204030204" pitchFamily="49" charset="0"/>
              </a:rPr>
              <a:t>#include</a:t>
            </a:r>
            <a:r>
              <a:rPr lang="en-US" sz="1200" b="0">
                <a:solidFill>
                  <a:srgbClr val="000000"/>
                </a:solidFill>
                <a:effectLst/>
                <a:latin typeface="Consolas" panose="020B0609020204030204" pitchFamily="49" charset="0"/>
              </a:rPr>
              <a:t> </a:t>
            </a:r>
            <a:r>
              <a:rPr lang="en-US" sz="1200" b="0">
                <a:solidFill>
                  <a:srgbClr val="E21F1F"/>
                </a:solidFill>
                <a:effectLst/>
                <a:latin typeface="Consolas" panose="020B0609020204030204" pitchFamily="49" charset="0"/>
              </a:rPr>
              <a:t>&lt;</a:t>
            </a:r>
            <a:r>
              <a:rPr lang="en-US" sz="1200" b="0" err="1">
                <a:solidFill>
                  <a:srgbClr val="A31515"/>
                </a:solidFill>
                <a:effectLst/>
                <a:latin typeface="Consolas" panose="020B0609020204030204" pitchFamily="49" charset="0"/>
              </a:rPr>
              <a:t>stdio.h</a:t>
            </a:r>
            <a:r>
              <a:rPr lang="en-US" sz="1200" b="0">
                <a:solidFill>
                  <a:srgbClr val="E21F1F"/>
                </a:solidFill>
                <a:effectLst/>
                <a:latin typeface="Consolas" panose="020B0609020204030204" pitchFamily="49" charset="0"/>
              </a:rPr>
              <a:t>&gt;</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8000"/>
                </a:solidFill>
                <a:effectLst/>
                <a:latin typeface="Consolas" panose="020B0609020204030204" pitchFamily="49" charset="0"/>
              </a:rPr>
              <a:t>/* function declaration */</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74531F"/>
                </a:solidFill>
                <a:effectLst/>
                <a:latin typeface="Consolas" panose="020B0609020204030204" pitchFamily="49" charset="0"/>
              </a:rPr>
              <a:t>sum</a:t>
            </a:r>
            <a:r>
              <a:rPr lang="en-US" sz="1200" b="0">
                <a:solidFill>
                  <a:srgbClr val="000000"/>
                </a:solidFill>
                <a:effectLst/>
                <a:latin typeface="Consolas" panose="020B0609020204030204" pitchFamily="49" charset="0"/>
              </a:rPr>
              <a:t>(</a:t>
            </a: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number1</a:t>
            </a:r>
            <a:r>
              <a:rPr lang="en-US" sz="1200" b="0">
                <a:solidFill>
                  <a:srgbClr val="000000"/>
                </a:solidFill>
                <a:effectLst/>
                <a:latin typeface="Consolas" panose="020B0609020204030204" pitchFamily="49" charset="0"/>
              </a:rPr>
              <a:t>, </a:t>
            </a: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number2</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8000"/>
                </a:solidFill>
                <a:effectLst/>
                <a:latin typeface="Consolas" panose="020B0609020204030204" pitchFamily="49" charset="0"/>
              </a:rPr>
              <a:t>/* global variable declaration */</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err="1">
                <a:solidFill>
                  <a:srgbClr val="000000"/>
                </a:solidFill>
                <a:effectLst/>
                <a:latin typeface="Consolas" panose="020B0609020204030204" pitchFamily="49" charset="0"/>
              </a:rPr>
              <a:t>g_a</a:t>
            </a:r>
            <a:r>
              <a:rPr lang="en-US" sz="1200" b="0">
                <a:solidFill>
                  <a:srgbClr val="000000"/>
                </a:solidFill>
                <a:effectLst/>
                <a:latin typeface="Consolas" panose="020B0609020204030204" pitchFamily="49" charset="0"/>
              </a:rPr>
              <a:t> = </a:t>
            </a:r>
            <a:r>
              <a:rPr lang="en-US" sz="1200" b="0">
                <a:solidFill>
                  <a:srgbClr val="098658"/>
                </a:solidFill>
                <a:effectLst/>
                <a:latin typeface="Consolas" panose="020B0609020204030204" pitchFamily="49" charset="0"/>
              </a:rPr>
              <a:t>20</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p>
          <a:p>
            <a:pPr marL="228600" indent="-228600">
              <a:buFont typeface="+mj-lt"/>
              <a:buAutoNum type="arabicPeriod"/>
            </a:pPr>
            <a:r>
              <a:rPr lang="en-US" sz="1200" b="0">
                <a:solidFill>
                  <a:srgbClr val="008000"/>
                </a:solidFill>
                <a:effectLst/>
                <a:latin typeface="Consolas" panose="020B0609020204030204" pitchFamily="49" charset="0"/>
              </a:rPr>
              <a:t>/* main function */</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74531F"/>
                </a:solidFill>
                <a:effectLst/>
                <a:latin typeface="Consolas" panose="020B0609020204030204" pitchFamily="49" charset="0"/>
              </a:rPr>
              <a:t>main</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8000"/>
                </a:solidFill>
                <a:effectLst/>
                <a:latin typeface="Consolas" panose="020B0609020204030204" pitchFamily="49" charset="0"/>
              </a:rPr>
              <a:t>    /* local variable declaration in main function */</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a</a:t>
            </a:r>
            <a:r>
              <a:rPr lang="en-US" sz="1200" b="0">
                <a:solidFill>
                  <a:srgbClr val="000000"/>
                </a:solidFill>
                <a:effectLst/>
                <a:latin typeface="Consolas" panose="020B0609020204030204" pitchFamily="49" charset="0"/>
              </a:rPr>
              <a:t> = </a:t>
            </a:r>
            <a:r>
              <a:rPr lang="en-US" sz="1200" b="0">
                <a:solidFill>
                  <a:srgbClr val="098658"/>
                </a:solidFill>
                <a:effectLst/>
                <a:latin typeface="Consolas" panose="020B0609020204030204" pitchFamily="49" charset="0"/>
              </a:rPr>
              <a:t>10</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b</a:t>
            </a:r>
            <a:r>
              <a:rPr lang="en-US" sz="1200" b="0">
                <a:solidFill>
                  <a:srgbClr val="000000"/>
                </a:solidFill>
                <a:effectLst/>
                <a:latin typeface="Consolas" panose="020B0609020204030204" pitchFamily="49" charset="0"/>
              </a:rPr>
              <a:t> = </a:t>
            </a:r>
            <a:r>
              <a:rPr lang="en-US" sz="1200" b="0">
                <a:solidFill>
                  <a:srgbClr val="098658"/>
                </a:solidFill>
                <a:effectLst/>
                <a:latin typeface="Consolas" panose="020B0609020204030204" pitchFamily="49" charset="0"/>
              </a:rPr>
              <a:t>20</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c</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err="1">
                <a:solidFill>
                  <a:srgbClr val="74531F"/>
                </a:solidFill>
                <a:effectLst/>
                <a:latin typeface="Consolas" panose="020B0609020204030204" pitchFamily="49" charset="0"/>
              </a:rPr>
              <a:t>printf</a:t>
            </a:r>
            <a:r>
              <a:rPr lang="en-US" sz="1200" b="0">
                <a:solidFill>
                  <a:srgbClr val="000000"/>
                </a:solidFill>
                <a:effectLst/>
                <a:latin typeface="Consolas" panose="020B0609020204030204" pitchFamily="49" charset="0"/>
              </a:rPr>
              <a:t>(</a:t>
            </a:r>
            <a:r>
              <a:rPr lang="en-US" sz="1200" b="0">
                <a:solidFill>
                  <a:srgbClr val="E21F1F"/>
                </a:solidFill>
                <a:effectLst/>
                <a:latin typeface="Consolas" panose="020B0609020204030204" pitchFamily="49" charset="0"/>
              </a:rPr>
              <a:t>"</a:t>
            </a:r>
            <a:r>
              <a:rPr lang="en-US" sz="1200" b="0">
                <a:solidFill>
                  <a:srgbClr val="A31515"/>
                </a:solidFill>
                <a:effectLst/>
                <a:latin typeface="Consolas" panose="020B0609020204030204" pitchFamily="49" charset="0"/>
              </a:rPr>
              <a:t>value of a in main() = </a:t>
            </a:r>
            <a:r>
              <a:rPr lang="en-US" sz="1200" b="0">
                <a:solidFill>
                  <a:srgbClr val="1F377F"/>
                </a:solidFill>
                <a:effectLst/>
                <a:latin typeface="Consolas" panose="020B0609020204030204" pitchFamily="49" charset="0"/>
              </a:rPr>
              <a:t>%d</a:t>
            </a:r>
            <a:r>
              <a:rPr lang="en-US" sz="1200" b="0">
                <a:solidFill>
                  <a:srgbClr val="B776FB"/>
                </a:solidFill>
                <a:effectLst/>
                <a:latin typeface="Consolas" panose="020B0609020204030204" pitchFamily="49" charset="0"/>
              </a:rPr>
              <a:t>\n</a:t>
            </a:r>
            <a:r>
              <a:rPr lang="en-US" sz="1200" b="0">
                <a:solidFill>
                  <a:srgbClr val="E21F1F"/>
                </a:solidFill>
                <a:effectLst/>
                <a:latin typeface="Consolas" panose="020B0609020204030204" pitchFamily="49" charset="0"/>
              </a:rPr>
              <a:t>"</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a</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c</a:t>
            </a:r>
            <a:r>
              <a:rPr lang="en-US" sz="1200" b="0">
                <a:solidFill>
                  <a:srgbClr val="000000"/>
                </a:solidFill>
                <a:effectLst/>
                <a:latin typeface="Consolas" panose="020B0609020204030204" pitchFamily="49" charset="0"/>
              </a:rPr>
              <a:t> = </a:t>
            </a:r>
            <a:r>
              <a:rPr lang="en-US" sz="1200" b="0">
                <a:solidFill>
                  <a:srgbClr val="74531F"/>
                </a:solidFill>
                <a:effectLst/>
                <a:latin typeface="Consolas" panose="020B0609020204030204" pitchFamily="49" charset="0"/>
              </a:rPr>
              <a:t>sum</a:t>
            </a:r>
            <a:r>
              <a:rPr lang="en-US" sz="1200" b="0">
                <a:solidFill>
                  <a:srgbClr val="000000"/>
                </a:solidFill>
                <a:effectLst/>
                <a:latin typeface="Consolas" panose="020B0609020204030204" pitchFamily="49" charset="0"/>
              </a:rPr>
              <a:t>(</a:t>
            </a:r>
            <a:r>
              <a:rPr lang="en-US" sz="1200" b="0">
                <a:solidFill>
                  <a:srgbClr val="1F377F"/>
                </a:solidFill>
                <a:effectLst/>
                <a:latin typeface="Consolas" panose="020B0609020204030204" pitchFamily="49" charset="0"/>
              </a:rPr>
              <a:t>a</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b</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err="1">
                <a:solidFill>
                  <a:srgbClr val="74531F"/>
                </a:solidFill>
                <a:effectLst/>
                <a:latin typeface="Consolas" panose="020B0609020204030204" pitchFamily="49" charset="0"/>
              </a:rPr>
              <a:t>printf</a:t>
            </a:r>
            <a:r>
              <a:rPr lang="en-US" sz="1200" b="0">
                <a:solidFill>
                  <a:srgbClr val="000000"/>
                </a:solidFill>
                <a:effectLst/>
                <a:latin typeface="Consolas" panose="020B0609020204030204" pitchFamily="49" charset="0"/>
              </a:rPr>
              <a:t>(</a:t>
            </a:r>
            <a:r>
              <a:rPr lang="en-US" sz="1200" b="0">
                <a:solidFill>
                  <a:srgbClr val="E21F1F"/>
                </a:solidFill>
                <a:effectLst/>
                <a:latin typeface="Consolas" panose="020B0609020204030204" pitchFamily="49" charset="0"/>
              </a:rPr>
              <a:t>"</a:t>
            </a:r>
            <a:r>
              <a:rPr lang="en-US" sz="1200" b="0">
                <a:solidFill>
                  <a:srgbClr val="A31515"/>
                </a:solidFill>
                <a:effectLst/>
                <a:latin typeface="Consolas" panose="020B0609020204030204" pitchFamily="49" charset="0"/>
              </a:rPr>
              <a:t>value of c in main() = </a:t>
            </a:r>
            <a:r>
              <a:rPr lang="en-US" sz="1200" b="0">
                <a:solidFill>
                  <a:srgbClr val="1F377F"/>
                </a:solidFill>
                <a:effectLst/>
                <a:latin typeface="Consolas" panose="020B0609020204030204" pitchFamily="49" charset="0"/>
              </a:rPr>
              <a:t>%d</a:t>
            </a:r>
            <a:r>
              <a:rPr lang="en-US" sz="1200" b="0">
                <a:solidFill>
                  <a:srgbClr val="B776FB"/>
                </a:solidFill>
                <a:effectLst/>
                <a:latin typeface="Consolas" panose="020B0609020204030204" pitchFamily="49" charset="0"/>
              </a:rPr>
              <a:t>\n</a:t>
            </a:r>
            <a:r>
              <a:rPr lang="en-US" sz="1200" b="0">
                <a:solidFill>
                  <a:srgbClr val="E21F1F"/>
                </a:solidFill>
                <a:effectLst/>
                <a:latin typeface="Consolas" panose="020B0609020204030204" pitchFamily="49" charset="0"/>
              </a:rPr>
              <a:t>"</a:t>
            </a:r>
            <a:r>
              <a:rPr lang="en-US" sz="1200" b="0">
                <a:solidFill>
                  <a:srgbClr val="000000"/>
                </a:solidFill>
                <a:effectLst/>
                <a:latin typeface="Consolas" panose="020B0609020204030204" pitchFamily="49" charset="0"/>
              </a:rPr>
              <a:t>, </a:t>
            </a:r>
            <a:r>
              <a:rPr lang="en-US" sz="1200" b="0">
                <a:solidFill>
                  <a:srgbClr val="1F377F"/>
                </a:solidFill>
                <a:effectLst/>
                <a:latin typeface="Consolas" panose="020B0609020204030204" pitchFamily="49" charset="0"/>
              </a:rPr>
              <a:t>c</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p>
          <a:p>
            <a:pPr marL="228600" indent="-228600">
              <a:buFont typeface="+mj-lt"/>
              <a:buAutoNum type="arabicPeriod"/>
            </a:pPr>
            <a:r>
              <a:rPr lang="en-US" sz="1200" b="0">
                <a:solidFill>
                  <a:srgbClr val="008000"/>
                </a:solidFill>
                <a:effectLst/>
                <a:latin typeface="Consolas" panose="020B0609020204030204" pitchFamily="49" charset="0"/>
              </a:rPr>
              <a:t>/* function to add two integers */</a:t>
            </a:r>
            <a:endParaRPr lang="en-US" sz="1200" b="0">
              <a:solidFill>
                <a:srgbClr val="000000"/>
              </a:solidFill>
              <a:effectLst/>
              <a:latin typeface="Consolas" panose="020B0609020204030204" pitchFamily="49" charset="0"/>
            </a:endParaRPr>
          </a:p>
          <a:p>
            <a:pPr marL="228600" indent="-228600">
              <a:buFont typeface="+mj-lt"/>
              <a:buAutoNum type="arabicPeriod"/>
            </a:pP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74531F"/>
                </a:solidFill>
                <a:effectLst/>
                <a:latin typeface="Consolas" panose="020B0609020204030204" pitchFamily="49" charset="0"/>
              </a:rPr>
              <a:t>sum</a:t>
            </a:r>
            <a:r>
              <a:rPr lang="en-US" sz="1200" b="0">
                <a:solidFill>
                  <a:srgbClr val="000000"/>
                </a:solidFill>
                <a:effectLst/>
                <a:latin typeface="Consolas" panose="020B0609020204030204" pitchFamily="49" charset="0"/>
              </a:rPr>
              <a:t>(</a:t>
            </a: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number1</a:t>
            </a:r>
            <a:r>
              <a:rPr lang="en-US" sz="1200" b="0">
                <a:solidFill>
                  <a:srgbClr val="000000"/>
                </a:solidFill>
                <a:effectLst/>
                <a:latin typeface="Consolas" panose="020B0609020204030204" pitchFamily="49" charset="0"/>
              </a:rPr>
              <a:t>, </a:t>
            </a:r>
            <a:r>
              <a:rPr lang="en-US" sz="1200" b="0">
                <a:solidFill>
                  <a:srgbClr val="0000FF"/>
                </a:solidFill>
                <a:effectLst/>
                <a:latin typeface="Consolas" panose="020B0609020204030204" pitchFamily="49" charset="0"/>
              </a:rPr>
              <a:t>int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number2</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err="1">
                <a:solidFill>
                  <a:srgbClr val="74531F"/>
                </a:solidFill>
                <a:effectLst/>
                <a:latin typeface="Consolas" panose="020B0609020204030204" pitchFamily="49" charset="0"/>
              </a:rPr>
              <a:t>printf</a:t>
            </a:r>
            <a:r>
              <a:rPr lang="en-US" sz="1200" b="0">
                <a:solidFill>
                  <a:srgbClr val="000000"/>
                </a:solidFill>
                <a:effectLst/>
                <a:latin typeface="Consolas" panose="020B0609020204030204" pitchFamily="49" charset="0"/>
              </a:rPr>
              <a:t>(</a:t>
            </a:r>
            <a:r>
              <a:rPr lang="en-US" sz="1200" b="0">
                <a:solidFill>
                  <a:srgbClr val="E21F1F"/>
                </a:solidFill>
                <a:effectLst/>
                <a:latin typeface="Consolas" panose="020B0609020204030204" pitchFamily="49" charset="0"/>
              </a:rPr>
              <a:t>"</a:t>
            </a:r>
            <a:r>
              <a:rPr lang="en-US" sz="1200" b="0">
                <a:solidFill>
                  <a:srgbClr val="A31515"/>
                </a:solidFill>
                <a:effectLst/>
                <a:latin typeface="Consolas" panose="020B0609020204030204" pitchFamily="49" charset="0"/>
              </a:rPr>
              <a:t>value of number1 in sum() = </a:t>
            </a:r>
            <a:r>
              <a:rPr lang="en-US" sz="1200" b="0">
                <a:solidFill>
                  <a:srgbClr val="1F377F"/>
                </a:solidFill>
                <a:effectLst/>
                <a:latin typeface="Consolas" panose="020B0609020204030204" pitchFamily="49" charset="0"/>
              </a:rPr>
              <a:t>%d</a:t>
            </a:r>
            <a:r>
              <a:rPr lang="en-US" sz="1200" b="0">
                <a:solidFill>
                  <a:srgbClr val="B776FB"/>
                </a:solidFill>
                <a:effectLst/>
                <a:latin typeface="Consolas" panose="020B0609020204030204" pitchFamily="49" charset="0"/>
              </a:rPr>
              <a:t>\n</a:t>
            </a:r>
            <a:r>
              <a:rPr lang="en-US" sz="1200" b="0">
                <a:solidFill>
                  <a:srgbClr val="E21F1F"/>
                </a:solidFill>
                <a:effectLst/>
                <a:latin typeface="Consolas" panose="020B0609020204030204" pitchFamily="49" charset="0"/>
              </a:rPr>
              <a: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number1</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err="1">
                <a:solidFill>
                  <a:srgbClr val="74531F"/>
                </a:solidFill>
                <a:effectLst/>
                <a:latin typeface="Consolas" panose="020B0609020204030204" pitchFamily="49" charset="0"/>
              </a:rPr>
              <a:t>printf</a:t>
            </a:r>
            <a:r>
              <a:rPr lang="en-US" sz="1200" b="0">
                <a:solidFill>
                  <a:srgbClr val="000000"/>
                </a:solidFill>
                <a:effectLst/>
                <a:latin typeface="Consolas" panose="020B0609020204030204" pitchFamily="49" charset="0"/>
              </a:rPr>
              <a:t>(</a:t>
            </a:r>
            <a:r>
              <a:rPr lang="en-US" sz="1200" b="0">
                <a:solidFill>
                  <a:srgbClr val="E21F1F"/>
                </a:solidFill>
                <a:effectLst/>
                <a:latin typeface="Consolas" panose="020B0609020204030204" pitchFamily="49" charset="0"/>
              </a:rPr>
              <a:t>"</a:t>
            </a:r>
            <a:r>
              <a:rPr lang="en-US" sz="1200" b="0">
                <a:solidFill>
                  <a:srgbClr val="A31515"/>
                </a:solidFill>
                <a:effectLst/>
                <a:latin typeface="Consolas" panose="020B0609020204030204" pitchFamily="49" charset="0"/>
              </a:rPr>
              <a:t>value of number2 in sum() = </a:t>
            </a:r>
            <a:r>
              <a:rPr lang="en-US" sz="1200" b="0">
                <a:solidFill>
                  <a:srgbClr val="1F377F"/>
                </a:solidFill>
                <a:effectLst/>
                <a:latin typeface="Consolas" panose="020B0609020204030204" pitchFamily="49" charset="0"/>
              </a:rPr>
              <a:t>%d</a:t>
            </a:r>
            <a:r>
              <a:rPr lang="en-US" sz="1200" b="0">
                <a:solidFill>
                  <a:srgbClr val="B776FB"/>
                </a:solidFill>
                <a:effectLst/>
                <a:latin typeface="Consolas" panose="020B0609020204030204" pitchFamily="49" charset="0"/>
              </a:rPr>
              <a:t>\n</a:t>
            </a:r>
            <a:r>
              <a:rPr lang="en-US" sz="1200" b="0">
                <a:solidFill>
                  <a:srgbClr val="E21F1F"/>
                </a:solidFill>
                <a:effectLst/>
                <a:latin typeface="Consolas" panose="020B0609020204030204" pitchFamily="49" charset="0"/>
              </a:rPr>
              <a:t>"</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number2</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    </a:t>
            </a:r>
            <a:r>
              <a:rPr lang="en-US" sz="1200" b="0">
                <a:solidFill>
                  <a:srgbClr val="8F08C4"/>
                </a:solidFill>
                <a:effectLst/>
                <a:latin typeface="Consolas" panose="020B0609020204030204" pitchFamily="49" charset="0"/>
              </a:rPr>
              <a:t>return</a:t>
            </a:r>
            <a:r>
              <a:rPr lang="en-US" sz="1200" b="0">
                <a:solidFill>
                  <a:srgbClr val="000000"/>
                </a:solidFill>
                <a:effectLst/>
                <a:latin typeface="Consolas" panose="020B0609020204030204" pitchFamily="49" charset="0"/>
              </a:rPr>
              <a:t> </a:t>
            </a:r>
            <a:r>
              <a:rPr lang="en-US" sz="1200" b="0">
                <a:solidFill>
                  <a:srgbClr val="808080"/>
                </a:solidFill>
                <a:effectLst/>
                <a:latin typeface="Consolas" panose="020B0609020204030204" pitchFamily="49" charset="0"/>
              </a:rPr>
              <a:t>number1</a:t>
            </a:r>
            <a:r>
              <a:rPr lang="en-US" sz="1200" b="0">
                <a:solidFill>
                  <a:srgbClr val="000000"/>
                </a:solidFill>
                <a:effectLst/>
                <a:latin typeface="Consolas" panose="020B0609020204030204" pitchFamily="49" charset="0"/>
              </a:rPr>
              <a:t> + </a:t>
            </a:r>
            <a:r>
              <a:rPr lang="en-US" sz="1200" b="0">
                <a:solidFill>
                  <a:srgbClr val="808080"/>
                </a:solidFill>
                <a:effectLst/>
                <a:latin typeface="Consolas" panose="020B0609020204030204" pitchFamily="49" charset="0"/>
              </a:rPr>
              <a:t>number2</a:t>
            </a:r>
            <a:r>
              <a:rPr lang="en-US" sz="1200" b="0">
                <a:solidFill>
                  <a:srgbClr val="000000"/>
                </a:solidFill>
                <a:effectLst/>
                <a:latin typeface="Consolas" panose="020B0609020204030204" pitchFamily="49" charset="0"/>
              </a:rPr>
              <a:t>;</a:t>
            </a:r>
          </a:p>
          <a:p>
            <a:pPr marL="228600" indent="-228600">
              <a:buFont typeface="+mj-lt"/>
              <a:buAutoNum type="arabicPeriod"/>
            </a:pPr>
            <a:r>
              <a:rPr lang="en-US" sz="1200" b="0">
                <a:solidFill>
                  <a:srgbClr val="000000"/>
                </a:solidFill>
                <a:effectLst/>
                <a:latin typeface="Consolas" panose="020B0609020204030204" pitchFamily="49" charset="0"/>
              </a:rPr>
              <a:t>}</a:t>
            </a:r>
          </a:p>
        </p:txBody>
      </p:sp>
      <p:sp>
        <p:nvSpPr>
          <p:cNvPr id="2" name="Rectangle 1">
            <a:extLst>
              <a:ext uri="{FF2B5EF4-FFF2-40B4-BE49-F238E27FC236}">
                <a16:creationId xmlns:a16="http://schemas.microsoft.com/office/drawing/2014/main" id="{99AC1EDF-D85C-B6F2-330C-68F7ECB1B028}"/>
              </a:ext>
            </a:extLst>
          </p:cNvPr>
          <p:cNvSpPr/>
          <p:nvPr/>
        </p:nvSpPr>
        <p:spPr>
          <a:xfrm>
            <a:off x="6756400" y="1922708"/>
            <a:ext cx="1600200" cy="22065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Rectangle 5">
            <a:extLst>
              <a:ext uri="{FF2B5EF4-FFF2-40B4-BE49-F238E27FC236}">
                <a16:creationId xmlns:a16="http://schemas.microsoft.com/office/drawing/2014/main" id="{0983D006-AD7C-BEED-B2DB-FEED9629F177}"/>
              </a:ext>
            </a:extLst>
          </p:cNvPr>
          <p:cNvSpPr/>
          <p:nvPr/>
        </p:nvSpPr>
        <p:spPr>
          <a:xfrm>
            <a:off x="7340600" y="2837493"/>
            <a:ext cx="1993900" cy="22065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9" name="Rectangle 8">
            <a:extLst>
              <a:ext uri="{FF2B5EF4-FFF2-40B4-BE49-F238E27FC236}">
                <a16:creationId xmlns:a16="http://schemas.microsoft.com/office/drawing/2014/main" id="{95CCBD99-32EF-E38D-01C3-8BA54C86E221}"/>
              </a:ext>
            </a:extLst>
          </p:cNvPr>
          <p:cNvSpPr/>
          <p:nvPr/>
        </p:nvSpPr>
        <p:spPr>
          <a:xfrm>
            <a:off x="7680960" y="4094408"/>
            <a:ext cx="2081048" cy="26948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K"/>
          </a:p>
        </p:txBody>
      </p:sp>
    </p:spTree>
    <p:extLst>
      <p:ext uri="{BB962C8B-B14F-4D97-AF65-F5344CB8AC3E}">
        <p14:creationId xmlns:p14="http://schemas.microsoft.com/office/powerpoint/2010/main" val="1881058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7720047" cy="3752115"/>
          </a:xfrm>
        </p:spPr>
        <p:txBody>
          <a:bodyPr>
            <a:normAutofit/>
          </a:bodyPr>
          <a:lstStyle/>
          <a:p>
            <a:pPr marL="0" indent="0">
              <a:buNone/>
            </a:pPr>
            <a:r>
              <a:rPr lang="da-DK" sz="1400" dirty="0">
                <a:latin typeface="Consolas" panose="020B0609020204030204" pitchFamily="49" charset="0"/>
              </a:rPr>
              <a:t>Arrays og pointers</a:t>
            </a:r>
          </a:p>
          <a:p>
            <a:endParaRPr lang="da-DK" sz="1400" dirty="0">
              <a:latin typeface="Consolas" panose="020B0609020204030204" pitchFamily="49" charset="0"/>
            </a:endParaRPr>
          </a:p>
          <a:p>
            <a:r>
              <a:rPr lang="da-DK" sz="1400" b="1" dirty="0">
                <a:latin typeface="Consolas" panose="020B0609020204030204" pitchFamily="49" charset="0"/>
              </a:rPr>
              <a:t>Arrays og hukommelse</a:t>
            </a:r>
          </a:p>
          <a:p>
            <a:r>
              <a:rPr lang="da-DK" sz="1400" dirty="0">
                <a:latin typeface="Consolas" panose="020B0609020204030204" pitchFamily="49" charset="0"/>
              </a:rPr>
              <a:t>N-</a:t>
            </a:r>
            <a:r>
              <a:rPr lang="da-DK" sz="1400" dirty="0" err="1">
                <a:latin typeface="Consolas" panose="020B0609020204030204" pitchFamily="49" charset="0"/>
              </a:rPr>
              <a:t>Dimentionelle</a:t>
            </a:r>
            <a:r>
              <a:rPr lang="da-DK" sz="1400" dirty="0"/>
              <a:t> Arrays</a:t>
            </a:r>
            <a:endParaRPr lang="da-DK" sz="1400" dirty="0">
              <a:latin typeface="Consolas" panose="020B0609020204030204" pitchFamily="49" charset="0"/>
            </a:endParaRPr>
          </a:p>
          <a:p>
            <a:r>
              <a:rPr lang="da-DK" sz="1400" dirty="0" err="1"/>
              <a:t>stack</a:t>
            </a:r>
            <a:r>
              <a:rPr lang="da-DK" sz="1400" dirty="0"/>
              <a:t> og </a:t>
            </a:r>
            <a:r>
              <a:rPr lang="da-DK" sz="1400" dirty="0" err="1"/>
              <a:t>heap</a:t>
            </a:r>
            <a:endParaRPr lang="da-DK" sz="1400" dirty="0"/>
          </a:p>
          <a:p>
            <a:r>
              <a:rPr lang="da-DK" sz="1400" dirty="0"/>
              <a:t>Pointers og hukommelse</a:t>
            </a:r>
          </a:p>
          <a:p>
            <a:r>
              <a:rPr lang="da-DK" sz="1400" dirty="0">
                <a:latin typeface="Consolas" panose="020B0609020204030204" pitchFamily="49" charset="0"/>
              </a:rPr>
              <a:t>Sammenhænget mellem array</a:t>
            </a:r>
            <a:r>
              <a:rPr lang="da-DK" sz="1400" dirty="0"/>
              <a:t>s og pointers</a:t>
            </a:r>
          </a:p>
          <a:p>
            <a:endParaRPr lang="da-DK" sz="1400" dirty="0">
              <a:latin typeface="Consolas" panose="020B0609020204030204" pitchFamily="49" charset="0"/>
            </a:endParaRPr>
          </a:p>
          <a:p>
            <a:endParaRPr lang="da-DK" sz="1400" dirty="0"/>
          </a:p>
          <a:p>
            <a:endParaRPr lang="da-DK" sz="1400" dirty="0"/>
          </a:p>
          <a:p>
            <a:endParaRPr lang="en-DK" sz="1400"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36348858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0E2DB1-358A-650F-92B3-3FA7C037F8CD}"/>
              </a:ext>
            </a:extLst>
          </p:cNvPr>
          <p:cNvSpPr>
            <a:spLocks noGrp="1"/>
          </p:cNvSpPr>
          <p:nvPr>
            <p:ph type="title"/>
          </p:nvPr>
        </p:nvSpPr>
        <p:spPr>
          <a:xfrm>
            <a:off x="587374" y="370290"/>
            <a:ext cx="7194618" cy="1474385"/>
          </a:xfrm>
        </p:spPr>
        <p:txBody>
          <a:bodyPr/>
          <a:lstStyle/>
          <a:p>
            <a:r>
              <a:rPr lang="en-US" dirty="0"/>
              <a:t>What we know 1</a:t>
            </a:r>
            <a:br>
              <a:rPr lang="en-US" dirty="0"/>
            </a:br>
            <a:r>
              <a:rPr lang="en-US" sz="1800" dirty="0" err="1"/>
              <a:t>what_you_know.c</a:t>
            </a:r>
            <a:endParaRPr lang="en-DK" dirty="0"/>
          </a:p>
        </p:txBody>
      </p:sp>
      <p:sp>
        <p:nvSpPr>
          <p:cNvPr id="6" name="TextBox 5">
            <a:extLst>
              <a:ext uri="{FF2B5EF4-FFF2-40B4-BE49-F238E27FC236}">
                <a16:creationId xmlns:a16="http://schemas.microsoft.com/office/drawing/2014/main" id="{97D5A4CA-D2B2-DCBE-A010-AC4311530C5B}"/>
              </a:ext>
            </a:extLst>
          </p:cNvPr>
          <p:cNvSpPr txBox="1"/>
          <p:nvPr/>
        </p:nvSpPr>
        <p:spPr>
          <a:xfrm>
            <a:off x="587374" y="1672705"/>
            <a:ext cx="8459800" cy="3985706"/>
          </a:xfrm>
          <a:prstGeom prst="rect">
            <a:avLst/>
          </a:prstGeom>
          <a:solidFill>
            <a:schemeClr val="bg1">
              <a:lumMod val="95000"/>
            </a:schemeClr>
          </a:solidFill>
        </p:spPr>
        <p:txBody>
          <a:bodyPr wrap="square">
            <a:spAutoFit/>
          </a:bodyPr>
          <a:lstStyle/>
          <a:p>
            <a:pPr marL="228600" indent="-228600">
              <a:buFont typeface="+mj-lt"/>
              <a:buAutoNum type="arabicPeriod"/>
            </a:pPr>
            <a:r>
              <a:rPr lang="en-US" sz="1100" b="0" dirty="0">
                <a:solidFill>
                  <a:srgbClr val="808080"/>
                </a:solidFill>
                <a:effectLst/>
                <a:latin typeface="Consolas" panose="020B0609020204030204" pitchFamily="49" charset="0"/>
              </a:rPr>
              <a:t>#include</a:t>
            </a:r>
            <a:r>
              <a:rPr lang="en-US" sz="1100" b="0" dirty="0">
                <a:solidFill>
                  <a:srgbClr val="000000"/>
                </a:solidFill>
                <a:effectLst/>
                <a:latin typeface="Consolas" panose="020B0609020204030204" pitchFamily="49" charset="0"/>
              </a:rPr>
              <a:t> </a:t>
            </a:r>
            <a:r>
              <a:rPr lang="en-US" sz="1100" b="0" dirty="0">
                <a:solidFill>
                  <a:srgbClr val="E21F1F"/>
                </a:solidFill>
                <a:effectLst/>
                <a:latin typeface="Consolas" panose="020B0609020204030204" pitchFamily="49" charset="0"/>
              </a:rPr>
              <a:t>&lt;</a:t>
            </a:r>
            <a:r>
              <a:rPr lang="en-US" sz="1100" b="0" dirty="0" err="1">
                <a:solidFill>
                  <a:srgbClr val="A31515"/>
                </a:solidFill>
                <a:effectLst/>
                <a:latin typeface="Consolas" panose="020B0609020204030204" pitchFamily="49" charset="0"/>
              </a:rPr>
              <a:t>stdio.h</a:t>
            </a:r>
            <a:r>
              <a:rPr lang="en-US" sz="1100" b="0" dirty="0">
                <a:solidFill>
                  <a:srgbClr val="E21F1F"/>
                </a:solidFill>
                <a:effectLst/>
                <a:latin typeface="Consolas" panose="020B0609020204030204" pitchFamily="49" charset="0"/>
              </a:rPr>
              <a:t>&gt;</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74531F"/>
                </a:solidFill>
                <a:effectLst/>
                <a:latin typeface="Consolas" panose="020B0609020204030204" pitchFamily="49" charset="0"/>
              </a:rPr>
              <a:t>main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id1</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id2= </a:t>
            </a:r>
            <a:r>
              <a:rPr lang="en-US" sz="1100" b="0" dirty="0">
                <a:solidFill>
                  <a:srgbClr val="098658"/>
                </a:solidFill>
                <a:effectLst/>
                <a:latin typeface="Consolas" panose="020B0609020204030204" pitchFamily="49" charset="0"/>
              </a:rPr>
              <a:t>3</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id3= </a:t>
            </a:r>
            <a:r>
              <a:rPr lang="en-US" sz="1100" b="0" dirty="0">
                <a:solidFill>
                  <a:srgbClr val="098658"/>
                </a:solidFill>
                <a:effectLst/>
                <a:latin typeface="Consolas" panose="020B0609020204030204" pitchFamily="49" charset="0"/>
              </a:rPr>
              <a:t>52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age1</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13</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age2</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44</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age3</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51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weighta</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80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weightb</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99</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weightc</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100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8000"/>
                </a:solidFill>
                <a:effectLst/>
                <a:latin typeface="Consolas" panose="020B0609020204030204" pitchFamily="49" charset="0"/>
              </a:rPr>
              <a:t>    /* Print patient information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Patient Information for 5 patients</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id1</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weighta</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id</a:t>
            </a:r>
            <a:r>
              <a:rPr lang="en-US" sz="1100" b="0" dirty="0">
                <a:solidFill>
                  <a:srgbClr val="1F377F"/>
                </a:solidFill>
                <a:effectLst/>
                <a:latin typeface="Consolas" panose="020B0609020204030204" pitchFamily="49" charset="0"/>
              </a:rPr>
              <a:t>2</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weightb</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id3</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weightc</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p:txBody>
      </p:sp>
      <p:sp>
        <p:nvSpPr>
          <p:cNvPr id="7" name="Rectangle 6">
            <a:extLst>
              <a:ext uri="{FF2B5EF4-FFF2-40B4-BE49-F238E27FC236}">
                <a16:creationId xmlns:a16="http://schemas.microsoft.com/office/drawing/2014/main" id="{45D186D2-368E-D004-0358-1361075DB758}"/>
              </a:ext>
            </a:extLst>
          </p:cNvPr>
          <p:cNvSpPr/>
          <p:nvPr/>
        </p:nvSpPr>
        <p:spPr>
          <a:xfrm>
            <a:off x="7254099" y="4534559"/>
            <a:ext cx="172067" cy="741751"/>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8" name="TextBox 7">
            <a:extLst>
              <a:ext uri="{FF2B5EF4-FFF2-40B4-BE49-F238E27FC236}">
                <a16:creationId xmlns:a16="http://schemas.microsoft.com/office/drawing/2014/main" id="{135D5EBE-E470-DD19-E295-4506FA6E88DE}"/>
              </a:ext>
            </a:extLst>
          </p:cNvPr>
          <p:cNvSpPr txBox="1"/>
          <p:nvPr/>
        </p:nvSpPr>
        <p:spPr>
          <a:xfrm>
            <a:off x="9086451" y="2504778"/>
            <a:ext cx="2909810" cy="2400657"/>
          </a:xfrm>
          <a:prstGeom prst="rect">
            <a:avLst/>
          </a:prstGeom>
          <a:noFill/>
        </p:spPr>
        <p:txBody>
          <a:bodyPr wrap="square">
            <a:spAutoFit/>
          </a:bodyPr>
          <a:lstStyle/>
          <a:p>
            <a:r>
              <a:rPr lang="en-US" sz="1000" u="sng" dirty="0"/>
              <a:t>Terminal</a:t>
            </a:r>
          </a:p>
          <a:p>
            <a:r>
              <a:rPr lang="en-US" sz="1000" dirty="0" err="1">
                <a:latin typeface="Consolas" panose="020B0609020204030204" pitchFamily="49" charset="0"/>
              </a:rPr>
              <a:t>gcc</a:t>
            </a:r>
            <a:r>
              <a:rPr lang="en-US" sz="1000" dirty="0">
                <a:latin typeface="Consolas" panose="020B0609020204030204" pitchFamily="49" charset="0"/>
              </a:rPr>
              <a:t> –o main.exe </a:t>
            </a:r>
            <a:r>
              <a:rPr lang="en-US" sz="1000" dirty="0" err="1">
                <a:latin typeface="Consolas" panose="020B0609020204030204" pitchFamily="49" charset="0"/>
              </a:rPr>
              <a:t>file.c</a:t>
            </a:r>
            <a:r>
              <a:rPr lang="en-US" sz="1000" dirty="0">
                <a:latin typeface="Consolas" panose="020B0609020204030204" pitchFamily="49" charset="0"/>
              </a:rPr>
              <a:t> &amp; main.exe</a:t>
            </a:r>
          </a:p>
          <a:p>
            <a:pPr marL="171450" indent="-171450">
              <a:buFont typeface="Arial" panose="020B0604020202020204" pitchFamily="34" charset="0"/>
              <a:buChar char="›"/>
            </a:pPr>
            <a:r>
              <a:rPr lang="en-US" sz="1000" dirty="0">
                <a:latin typeface="Consolas" panose="020B0609020204030204" pitchFamily="49" charset="0"/>
              </a:rPr>
              <a:t>Patient Information for 5 patients</a:t>
            </a:r>
          </a:p>
          <a:p>
            <a:pPr marL="171450" indent="-171450">
              <a:buFont typeface="Arial" panose="020B0604020202020204" pitchFamily="34" charset="0"/>
              <a:buChar char="›"/>
            </a:pPr>
            <a:r>
              <a:rPr lang="en-US" sz="1000" dirty="0">
                <a:latin typeface="Consolas" panose="020B0609020204030204" pitchFamily="49" charset="0"/>
              </a:rPr>
              <a:t>###</a:t>
            </a:r>
          </a:p>
          <a:p>
            <a:pPr marL="171450" indent="-171450">
              <a:buFont typeface="Arial" panose="020B0604020202020204" pitchFamily="34"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1</a:t>
            </a:r>
          </a:p>
          <a:p>
            <a:pPr marL="171450" indent="-171450">
              <a:buFont typeface="Arial" panose="020B0604020202020204" pitchFamily="34" charset="0"/>
              <a:buChar char="›"/>
            </a:pPr>
            <a:r>
              <a:rPr lang="en-US" sz="1000" dirty="0">
                <a:latin typeface="Consolas" panose="020B0609020204030204" pitchFamily="49" charset="0"/>
              </a:rPr>
              <a:t>  age:          80</a:t>
            </a:r>
          </a:p>
          <a:p>
            <a:pPr marL="171450" indent="-171450">
              <a:buFont typeface="Arial" panose="020B0604020202020204" pitchFamily="34" charset="0"/>
              <a:buChar char="›"/>
            </a:pPr>
            <a:r>
              <a:rPr lang="en-US" sz="1000" dirty="0">
                <a:latin typeface="Consolas" panose="020B0609020204030204" pitchFamily="49" charset="0"/>
              </a:rPr>
              <a:t>  weight:       13</a:t>
            </a:r>
          </a:p>
          <a:p>
            <a:pPr marL="171450" indent="-171450">
              <a:buFont typeface="Arial" panose="020B0604020202020204" pitchFamily="34" charset="0"/>
              <a:buChar char="›"/>
            </a:pPr>
            <a:r>
              <a:rPr lang="en-US" sz="1000" dirty="0">
                <a:latin typeface="Consolas" panose="020B0609020204030204" pitchFamily="49" charset="0"/>
              </a:rPr>
              <a:t>###</a:t>
            </a:r>
          </a:p>
          <a:p>
            <a:pPr marL="171450" indent="-171450">
              <a:buFont typeface="Arial" panose="020B0604020202020204" pitchFamily="34"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3</a:t>
            </a:r>
          </a:p>
          <a:p>
            <a:pPr marL="171450" indent="-171450">
              <a:buFont typeface="Arial" panose="020B0604020202020204" pitchFamily="34" charset="0"/>
              <a:buChar char="›"/>
            </a:pPr>
            <a:r>
              <a:rPr lang="en-US" sz="1000" dirty="0">
                <a:latin typeface="Consolas" panose="020B0609020204030204" pitchFamily="49" charset="0"/>
              </a:rPr>
              <a:t>  age:          99</a:t>
            </a:r>
          </a:p>
          <a:p>
            <a:pPr marL="171450" indent="-171450">
              <a:buFont typeface="Arial" panose="020B0604020202020204" pitchFamily="34" charset="0"/>
              <a:buChar char="›"/>
            </a:pPr>
            <a:r>
              <a:rPr lang="en-US" sz="1000" dirty="0">
                <a:latin typeface="Consolas" panose="020B0609020204030204" pitchFamily="49" charset="0"/>
              </a:rPr>
              <a:t>  weight:       44</a:t>
            </a:r>
          </a:p>
          <a:p>
            <a:pPr marL="171450" indent="-171450">
              <a:buFont typeface="Arial" panose="020B0604020202020204" pitchFamily="34" charset="0"/>
              <a:buChar char="›"/>
            </a:pPr>
            <a:r>
              <a:rPr lang="en-US" sz="1000" dirty="0">
                <a:latin typeface="Consolas" panose="020B0609020204030204" pitchFamily="49" charset="0"/>
              </a:rPr>
              <a:t>###</a:t>
            </a:r>
          </a:p>
          <a:p>
            <a:pPr marL="171450" indent="-171450">
              <a:buFont typeface="Arial" panose="020B0604020202020204" pitchFamily="34"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52</a:t>
            </a:r>
          </a:p>
          <a:p>
            <a:pPr marL="171450" indent="-171450">
              <a:buFont typeface="Arial" panose="020B0604020202020204" pitchFamily="34" charset="0"/>
              <a:buChar char="›"/>
            </a:pPr>
            <a:r>
              <a:rPr lang="en-US" sz="1000" dirty="0">
                <a:latin typeface="Consolas" panose="020B0609020204030204" pitchFamily="49" charset="0"/>
              </a:rPr>
              <a:t>  age:          100</a:t>
            </a:r>
          </a:p>
          <a:p>
            <a:pPr marL="171450" indent="-171450">
              <a:buFont typeface="Arial" panose="020B0604020202020204" pitchFamily="34" charset="0"/>
              <a:buChar char="›"/>
            </a:pPr>
            <a:r>
              <a:rPr lang="en-US" sz="1000" dirty="0">
                <a:latin typeface="Consolas" panose="020B0609020204030204" pitchFamily="49" charset="0"/>
              </a:rPr>
              <a:t>  weight:       44</a:t>
            </a:r>
            <a:endParaRPr lang="en-DK" sz="1000" dirty="0">
              <a:latin typeface="Consolas" panose="020B0609020204030204" pitchFamily="49" charset="0"/>
            </a:endParaRPr>
          </a:p>
        </p:txBody>
      </p:sp>
      <p:sp>
        <p:nvSpPr>
          <p:cNvPr id="9" name="Rectangle 8">
            <a:extLst>
              <a:ext uri="{FF2B5EF4-FFF2-40B4-BE49-F238E27FC236}">
                <a16:creationId xmlns:a16="http://schemas.microsoft.com/office/drawing/2014/main" id="{13F9B42C-0038-8C9E-0025-1B3CEB7F25E0}"/>
              </a:ext>
            </a:extLst>
          </p:cNvPr>
          <p:cNvSpPr/>
          <p:nvPr/>
        </p:nvSpPr>
        <p:spPr>
          <a:xfrm>
            <a:off x="1958502" y="3429000"/>
            <a:ext cx="129702" cy="741751"/>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4" name="Rectangle 3">
            <a:extLst>
              <a:ext uri="{FF2B5EF4-FFF2-40B4-BE49-F238E27FC236}">
                <a16:creationId xmlns:a16="http://schemas.microsoft.com/office/drawing/2014/main" id="{5C7E4789-B003-6339-7FF9-4622B115DCCA}"/>
              </a:ext>
            </a:extLst>
          </p:cNvPr>
          <p:cNvSpPr/>
          <p:nvPr/>
        </p:nvSpPr>
        <p:spPr>
          <a:xfrm>
            <a:off x="3616611" y="4356918"/>
            <a:ext cx="129702" cy="298997"/>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1532256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A343854-B7C2-463A-B073-7929D2EFAC7F}"/>
              </a:ext>
            </a:extLst>
          </p:cNvPr>
          <p:cNvSpPr>
            <a:spLocks noGrp="1"/>
          </p:cNvSpPr>
          <p:nvPr>
            <p:ph type="title"/>
          </p:nvPr>
        </p:nvSpPr>
        <p:spPr/>
        <p:txBody>
          <a:bodyPr/>
          <a:lstStyle/>
          <a:p>
            <a:r>
              <a:rPr lang="en-US" dirty="0"/>
              <a:t>Arrays</a:t>
            </a:r>
          </a:p>
        </p:txBody>
      </p:sp>
      <p:pic>
        <p:nvPicPr>
          <p:cNvPr id="6" name="Billede 5">
            <a:extLst>
              <a:ext uri="{FF2B5EF4-FFF2-40B4-BE49-F238E27FC236}">
                <a16:creationId xmlns:a16="http://schemas.microsoft.com/office/drawing/2014/main" id="{31DF2FFC-5FB3-42B0-B3CB-D9D3783B4F67}"/>
              </a:ext>
            </a:extLst>
          </p:cNvPr>
          <p:cNvPicPr>
            <a:picLocks noChangeAspect="1"/>
          </p:cNvPicPr>
          <p:nvPr/>
        </p:nvPicPr>
        <p:blipFill>
          <a:blip r:embed="rId2"/>
          <a:stretch>
            <a:fillRect/>
          </a:stretch>
        </p:blipFill>
        <p:spPr>
          <a:xfrm>
            <a:off x="5627982" y="2576945"/>
            <a:ext cx="5324666" cy="1280456"/>
          </a:xfrm>
          <a:prstGeom prst="rect">
            <a:avLst/>
          </a:prstGeom>
        </p:spPr>
      </p:pic>
      <p:sp>
        <p:nvSpPr>
          <p:cNvPr id="7" name="TextBox 6">
            <a:extLst>
              <a:ext uri="{FF2B5EF4-FFF2-40B4-BE49-F238E27FC236}">
                <a16:creationId xmlns:a16="http://schemas.microsoft.com/office/drawing/2014/main" id="{C8F53708-E054-0233-0A92-A71E014FF092}"/>
              </a:ext>
            </a:extLst>
          </p:cNvPr>
          <p:cNvSpPr txBox="1"/>
          <p:nvPr/>
        </p:nvSpPr>
        <p:spPr>
          <a:xfrm>
            <a:off x="587374" y="3093571"/>
            <a:ext cx="3946841" cy="954107"/>
          </a:xfrm>
          <a:prstGeom prst="rect">
            <a:avLst/>
          </a:prstGeom>
          <a:noFill/>
        </p:spPr>
        <p:txBody>
          <a:bodyPr wrap="square">
            <a:spAutoFit/>
          </a:bodyPr>
          <a:lstStyle/>
          <a:p>
            <a:pPr marL="342900" indent="-342900">
              <a:buFont typeface="+mj-lt"/>
              <a:buAutoNum type="arabicPeriod"/>
            </a:pPr>
            <a:r>
              <a:rPr lang="en-US" sz="1400" dirty="0">
                <a:solidFill>
                  <a:srgbClr val="000000"/>
                </a:solidFill>
                <a:latin typeface="Consolas" panose="020B0609020204030204" pitchFamily="49" charset="0"/>
              </a:rPr>
              <a:t>    </a:t>
            </a:r>
            <a:r>
              <a:rPr lang="en-US" sz="1400" dirty="0">
                <a:solidFill>
                  <a:srgbClr val="0000FF"/>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a:solidFill>
                  <a:srgbClr val="1F377F"/>
                </a:solidFill>
                <a:latin typeface="Consolas" panose="020B0609020204030204" pitchFamily="49" charset="0"/>
              </a:rPr>
              <a:t>Numbers</a:t>
            </a:r>
            <a:r>
              <a:rPr lang="en-US" sz="1400" dirty="0">
                <a:solidFill>
                  <a:srgbClr val="000000"/>
                </a:solidFill>
                <a:latin typeface="Consolas" panose="020B0609020204030204" pitchFamily="49" charset="0"/>
              </a:rPr>
              <a:t>[</a:t>
            </a:r>
            <a:r>
              <a:rPr lang="en-US" sz="1400" dirty="0">
                <a:solidFill>
                  <a:srgbClr val="098658"/>
                </a:solidFill>
                <a:latin typeface="Consolas" panose="020B0609020204030204" pitchFamily="49" charset="0"/>
              </a:rPr>
              <a:t>3</a:t>
            </a:r>
            <a:r>
              <a:rPr lang="en-US" sz="1400" dirty="0">
                <a:solidFill>
                  <a:srgbClr val="000000"/>
                </a:solidFill>
                <a:latin typeface="Consolas" panose="020B0609020204030204" pitchFamily="49" charset="0"/>
              </a:rPr>
              <a:t>] = {</a:t>
            </a:r>
            <a:r>
              <a:rPr lang="en-US" sz="1400" dirty="0">
                <a:solidFill>
                  <a:srgbClr val="098658"/>
                </a:solidFill>
                <a:latin typeface="Consolas" panose="020B0609020204030204" pitchFamily="49" charset="0"/>
              </a:rPr>
              <a:t>1</a:t>
            </a:r>
            <a:r>
              <a:rPr lang="en-US" sz="1400" dirty="0">
                <a:solidFill>
                  <a:srgbClr val="000000"/>
                </a:solidFill>
                <a:latin typeface="Consolas" panose="020B0609020204030204" pitchFamily="49" charset="0"/>
              </a:rPr>
              <a:t>,</a:t>
            </a:r>
            <a:r>
              <a:rPr lang="en-US" sz="1400" dirty="0">
                <a:solidFill>
                  <a:srgbClr val="098658"/>
                </a:solidFill>
                <a:latin typeface="Consolas" panose="020B0609020204030204" pitchFamily="49" charset="0"/>
              </a:rPr>
              <a:t>3</a:t>
            </a:r>
            <a:r>
              <a:rPr lang="en-US" sz="1400" dirty="0">
                <a:solidFill>
                  <a:srgbClr val="000000"/>
                </a:solidFill>
                <a:latin typeface="Consolas" panose="020B0609020204030204" pitchFamily="49" charset="0"/>
              </a:rPr>
              <a:t>,</a:t>
            </a:r>
            <a:r>
              <a:rPr lang="en-US" sz="1400" dirty="0">
                <a:solidFill>
                  <a:srgbClr val="098658"/>
                </a:solidFill>
                <a:latin typeface="Consolas" panose="020B0609020204030204" pitchFamily="49" charset="0"/>
              </a:rPr>
              <a:t>141</a:t>
            </a:r>
            <a:r>
              <a:rPr lang="en-US" sz="1400" dirty="0">
                <a:solidFill>
                  <a:srgbClr val="000000"/>
                </a:solidFill>
                <a:latin typeface="Consolas" panose="020B0609020204030204" pitchFamily="49" charset="0"/>
              </a:rPr>
              <a:t>};</a:t>
            </a:r>
          </a:p>
          <a:p>
            <a:pPr marL="342900" indent="-342900">
              <a:buFont typeface="+mj-lt"/>
              <a:buAutoNum type="arabicPeriod"/>
            </a:pPr>
            <a:r>
              <a:rPr lang="en-US" sz="1400" dirty="0">
                <a:solidFill>
                  <a:srgbClr val="000000"/>
                </a:solidFill>
                <a:latin typeface="Consolas" panose="020B0609020204030204" pitchFamily="49" charset="0"/>
              </a:rPr>
              <a:t>    </a:t>
            </a:r>
            <a:r>
              <a:rPr lang="en-US" sz="1400" dirty="0">
                <a:solidFill>
                  <a:srgbClr val="1F377F"/>
                </a:solidFill>
                <a:latin typeface="Consolas" panose="020B0609020204030204" pitchFamily="49" charset="0"/>
              </a:rPr>
              <a:t>Numbers</a:t>
            </a:r>
            <a:r>
              <a:rPr lang="en-US" sz="1400" dirty="0">
                <a:solidFill>
                  <a:srgbClr val="000000"/>
                </a:solidFill>
                <a:latin typeface="Consolas" panose="020B0609020204030204" pitchFamily="49" charset="0"/>
              </a:rPr>
              <a:t>[</a:t>
            </a:r>
            <a:r>
              <a:rPr lang="en-US" sz="1400" dirty="0">
                <a:solidFill>
                  <a:srgbClr val="098658"/>
                </a:solidFill>
                <a:latin typeface="Consolas" panose="020B0609020204030204" pitchFamily="49" charset="0"/>
              </a:rPr>
              <a:t>2</a:t>
            </a:r>
            <a:r>
              <a:rPr lang="en-US" sz="1400" dirty="0">
                <a:solidFill>
                  <a:srgbClr val="000000"/>
                </a:solidFill>
                <a:latin typeface="Consolas" panose="020B0609020204030204" pitchFamily="49" charset="0"/>
              </a:rPr>
              <a:t>];</a:t>
            </a:r>
            <a:r>
              <a:rPr lang="en-US" sz="1400" dirty="0">
                <a:solidFill>
                  <a:srgbClr val="008000"/>
                </a:solidFill>
                <a:latin typeface="Consolas" panose="020B0609020204030204" pitchFamily="49" charset="0"/>
              </a:rPr>
              <a:t> // [0], [1], [2]?</a:t>
            </a:r>
          </a:p>
          <a:p>
            <a:pPr marL="342900" indent="-342900">
              <a:buFont typeface="+mj-lt"/>
              <a:buAutoNum type="arabicPeriod"/>
            </a:pPr>
            <a:r>
              <a:rPr lang="en-US" sz="1400" dirty="0">
                <a:solidFill>
                  <a:srgbClr val="000000"/>
                </a:solidFill>
                <a:latin typeface="Consolas" panose="020B0609020204030204" pitchFamily="49" charset="0"/>
              </a:rPr>
              <a:t>    </a:t>
            </a:r>
            <a:r>
              <a:rPr lang="en-US" sz="1400" dirty="0">
                <a:solidFill>
                  <a:srgbClr val="1F377F"/>
                </a:solidFill>
                <a:latin typeface="Consolas" panose="020B0609020204030204" pitchFamily="49" charset="0"/>
              </a:rPr>
              <a:t>Numbers</a:t>
            </a:r>
            <a:r>
              <a:rPr lang="en-US" sz="1400" dirty="0">
                <a:solidFill>
                  <a:srgbClr val="000000"/>
                </a:solidFill>
                <a:latin typeface="Consolas" panose="020B0609020204030204" pitchFamily="49" charset="0"/>
              </a:rPr>
              <a:t>[</a:t>
            </a:r>
            <a:r>
              <a:rPr lang="en-US" sz="1400" dirty="0">
                <a:solidFill>
                  <a:srgbClr val="098658"/>
                </a:solidFill>
                <a:latin typeface="Consolas" panose="020B0609020204030204" pitchFamily="49" charset="0"/>
              </a:rPr>
              <a:t>3</a:t>
            </a:r>
            <a:r>
              <a:rPr lang="en-US" sz="1400" dirty="0">
                <a:solidFill>
                  <a:srgbClr val="000000"/>
                </a:solidFill>
                <a:latin typeface="Consolas" panose="020B0609020204030204" pitchFamily="49" charset="0"/>
              </a:rPr>
              <a:t>];</a:t>
            </a:r>
            <a:r>
              <a:rPr lang="en-US" sz="1400" dirty="0">
                <a:solidFill>
                  <a:srgbClr val="008000"/>
                </a:solidFill>
                <a:latin typeface="Consolas" panose="020B0609020204030204" pitchFamily="49" charset="0"/>
              </a:rPr>
              <a:t> // Undefined</a:t>
            </a:r>
          </a:p>
          <a:p>
            <a:endParaRPr lang="en-US" sz="1400" dirty="0">
              <a:solidFill>
                <a:srgbClr val="000000"/>
              </a:solidFill>
              <a:latin typeface="Consolas" panose="020B0609020204030204" pitchFamily="49" charset="0"/>
            </a:endParaRPr>
          </a:p>
        </p:txBody>
      </p:sp>
      <p:cxnSp>
        <p:nvCxnSpPr>
          <p:cNvPr id="5" name="Straight Arrow Connector 4">
            <a:extLst>
              <a:ext uri="{FF2B5EF4-FFF2-40B4-BE49-F238E27FC236}">
                <a16:creationId xmlns:a16="http://schemas.microsoft.com/office/drawing/2014/main" id="{D2A69921-DB0E-FF69-CF0A-5B7D6066FABD}"/>
              </a:ext>
            </a:extLst>
          </p:cNvPr>
          <p:cNvCxnSpPr/>
          <p:nvPr/>
        </p:nvCxnSpPr>
        <p:spPr>
          <a:xfrm>
            <a:off x="1239352" y="2576945"/>
            <a:ext cx="241825" cy="516626"/>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TextBox 7">
            <a:extLst>
              <a:ext uri="{FF2B5EF4-FFF2-40B4-BE49-F238E27FC236}">
                <a16:creationId xmlns:a16="http://schemas.microsoft.com/office/drawing/2014/main" id="{1A79917F-16A1-84DE-22E2-A2A37C812BD3}"/>
              </a:ext>
            </a:extLst>
          </p:cNvPr>
          <p:cNvSpPr txBox="1"/>
          <p:nvPr/>
        </p:nvSpPr>
        <p:spPr>
          <a:xfrm>
            <a:off x="692504" y="2207613"/>
            <a:ext cx="864244" cy="369332"/>
          </a:xfrm>
          <a:prstGeom prst="rect">
            <a:avLst/>
          </a:prstGeom>
          <a:noFill/>
        </p:spPr>
        <p:txBody>
          <a:bodyPr wrap="square" rtlCol="0">
            <a:spAutoFit/>
          </a:bodyPr>
          <a:lstStyle/>
          <a:p>
            <a:r>
              <a:rPr lang="en-US" dirty="0"/>
              <a:t>Type</a:t>
            </a:r>
            <a:endParaRPr lang="en-DK" dirty="0"/>
          </a:p>
        </p:txBody>
      </p:sp>
      <p:cxnSp>
        <p:nvCxnSpPr>
          <p:cNvPr id="11" name="Straight Arrow Connector 10">
            <a:extLst>
              <a:ext uri="{FF2B5EF4-FFF2-40B4-BE49-F238E27FC236}">
                <a16:creationId xmlns:a16="http://schemas.microsoft.com/office/drawing/2014/main" id="{17A0924C-2575-D85A-B72E-3F7CFA730335}"/>
              </a:ext>
            </a:extLst>
          </p:cNvPr>
          <p:cNvCxnSpPr>
            <a:cxnSpLocks/>
          </p:cNvCxnSpPr>
          <p:nvPr/>
        </p:nvCxnSpPr>
        <p:spPr>
          <a:xfrm flipH="1">
            <a:off x="2720529" y="2576945"/>
            <a:ext cx="196482" cy="516626"/>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3" name="Straight Arrow Connector 12">
            <a:extLst>
              <a:ext uri="{FF2B5EF4-FFF2-40B4-BE49-F238E27FC236}">
                <a16:creationId xmlns:a16="http://schemas.microsoft.com/office/drawing/2014/main" id="{B951020C-5467-70F2-8E97-D5E123C6AFC4}"/>
              </a:ext>
            </a:extLst>
          </p:cNvPr>
          <p:cNvCxnSpPr>
            <a:cxnSpLocks/>
          </p:cNvCxnSpPr>
          <p:nvPr/>
        </p:nvCxnSpPr>
        <p:spPr>
          <a:xfrm flipH="1">
            <a:off x="3604700" y="2576945"/>
            <a:ext cx="466535" cy="516626"/>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5" name="Straight Arrow Connector 14">
            <a:extLst>
              <a:ext uri="{FF2B5EF4-FFF2-40B4-BE49-F238E27FC236}">
                <a16:creationId xmlns:a16="http://schemas.microsoft.com/office/drawing/2014/main" id="{FF0C4440-4DC3-C377-94B0-109253CD6989}"/>
              </a:ext>
            </a:extLst>
          </p:cNvPr>
          <p:cNvCxnSpPr/>
          <p:nvPr/>
        </p:nvCxnSpPr>
        <p:spPr>
          <a:xfrm>
            <a:off x="1911927" y="2553311"/>
            <a:ext cx="241825" cy="516626"/>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7" name="TextBox 16">
            <a:extLst>
              <a:ext uri="{FF2B5EF4-FFF2-40B4-BE49-F238E27FC236}">
                <a16:creationId xmlns:a16="http://schemas.microsoft.com/office/drawing/2014/main" id="{927CFE68-BBD7-FD6F-75F9-58C3ABE6218E}"/>
              </a:ext>
            </a:extLst>
          </p:cNvPr>
          <p:cNvSpPr txBox="1"/>
          <p:nvPr/>
        </p:nvSpPr>
        <p:spPr>
          <a:xfrm>
            <a:off x="1626649" y="2231247"/>
            <a:ext cx="858574" cy="369332"/>
          </a:xfrm>
          <a:prstGeom prst="rect">
            <a:avLst/>
          </a:prstGeom>
          <a:noFill/>
        </p:spPr>
        <p:txBody>
          <a:bodyPr wrap="square">
            <a:spAutoFit/>
          </a:bodyPr>
          <a:lstStyle/>
          <a:p>
            <a:r>
              <a:rPr lang="en-US" dirty="0" err="1"/>
              <a:t>Navn</a:t>
            </a:r>
            <a:endParaRPr lang="en-DK" dirty="0"/>
          </a:p>
        </p:txBody>
      </p:sp>
      <p:sp>
        <p:nvSpPr>
          <p:cNvPr id="19" name="TextBox 18">
            <a:extLst>
              <a:ext uri="{FF2B5EF4-FFF2-40B4-BE49-F238E27FC236}">
                <a16:creationId xmlns:a16="http://schemas.microsoft.com/office/drawing/2014/main" id="{91ECD148-0983-FF83-F2EA-DEA162FA7E8A}"/>
              </a:ext>
            </a:extLst>
          </p:cNvPr>
          <p:cNvSpPr txBox="1"/>
          <p:nvPr/>
        </p:nvSpPr>
        <p:spPr>
          <a:xfrm>
            <a:off x="2560794" y="2176635"/>
            <a:ext cx="1277173" cy="369332"/>
          </a:xfrm>
          <a:prstGeom prst="rect">
            <a:avLst/>
          </a:prstGeom>
          <a:noFill/>
        </p:spPr>
        <p:txBody>
          <a:bodyPr wrap="square">
            <a:spAutoFit/>
          </a:bodyPr>
          <a:lstStyle/>
          <a:p>
            <a:r>
              <a:rPr lang="en-US" dirty="0"/>
              <a:t>St</a:t>
            </a:r>
            <a:r>
              <a:rPr lang="da-DK" dirty="0" err="1"/>
              <a:t>ørrelse</a:t>
            </a:r>
            <a:endParaRPr lang="en-DK" dirty="0"/>
          </a:p>
        </p:txBody>
      </p:sp>
      <p:sp>
        <p:nvSpPr>
          <p:cNvPr id="21" name="TextBox 20">
            <a:extLst>
              <a:ext uri="{FF2B5EF4-FFF2-40B4-BE49-F238E27FC236}">
                <a16:creationId xmlns:a16="http://schemas.microsoft.com/office/drawing/2014/main" id="{41B84CF3-5CAD-F673-31C3-89927066ABAF}"/>
              </a:ext>
            </a:extLst>
          </p:cNvPr>
          <p:cNvSpPr txBox="1"/>
          <p:nvPr/>
        </p:nvSpPr>
        <p:spPr>
          <a:xfrm>
            <a:off x="3837967" y="2145657"/>
            <a:ext cx="696248" cy="369332"/>
          </a:xfrm>
          <a:prstGeom prst="rect">
            <a:avLst/>
          </a:prstGeom>
          <a:noFill/>
        </p:spPr>
        <p:txBody>
          <a:bodyPr wrap="square">
            <a:spAutoFit/>
          </a:bodyPr>
          <a:lstStyle/>
          <a:p>
            <a:r>
              <a:rPr lang="da-DK" dirty="0"/>
              <a:t>Data</a:t>
            </a:r>
            <a:endParaRPr lang="en-DK" dirty="0"/>
          </a:p>
        </p:txBody>
      </p:sp>
    </p:spTree>
    <p:extLst>
      <p:ext uri="{BB962C8B-B14F-4D97-AF65-F5344CB8AC3E}">
        <p14:creationId xmlns:p14="http://schemas.microsoft.com/office/powerpoint/2010/main" val="3385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7" grpId="0"/>
      <p:bldP spid="19" grpId="0"/>
      <p:bldP spid="2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13715FA1-FE09-49F9-A88C-1E9B0BA5A26A}"/>
              </a:ext>
            </a:extLst>
          </p:cNvPr>
          <p:cNvSpPr>
            <a:spLocks noGrp="1"/>
          </p:cNvSpPr>
          <p:nvPr>
            <p:ph type="title"/>
          </p:nvPr>
        </p:nvSpPr>
        <p:spPr>
          <a:xfrm>
            <a:off x="587374" y="370290"/>
            <a:ext cx="7242176" cy="1474385"/>
          </a:xfrm>
        </p:spPr>
        <p:txBody>
          <a:bodyPr/>
          <a:lstStyle/>
          <a:p>
            <a:r>
              <a:rPr lang="da-DK" dirty="0"/>
              <a:t>1D Arrays</a:t>
            </a:r>
          </a:p>
        </p:txBody>
      </p:sp>
      <p:pic>
        <p:nvPicPr>
          <p:cNvPr id="6" name="Billede 5">
            <a:extLst>
              <a:ext uri="{FF2B5EF4-FFF2-40B4-BE49-F238E27FC236}">
                <a16:creationId xmlns:a16="http://schemas.microsoft.com/office/drawing/2014/main" id="{BB62F7E9-EC48-46A8-BC28-E6AA9613F43F}"/>
              </a:ext>
            </a:extLst>
          </p:cNvPr>
          <p:cNvPicPr>
            <a:picLocks noChangeAspect="1"/>
          </p:cNvPicPr>
          <p:nvPr/>
        </p:nvPicPr>
        <p:blipFill>
          <a:blip r:embed="rId2"/>
          <a:stretch>
            <a:fillRect/>
          </a:stretch>
        </p:blipFill>
        <p:spPr>
          <a:xfrm>
            <a:off x="1947387" y="1086948"/>
            <a:ext cx="8297224" cy="4684105"/>
          </a:xfrm>
          <a:prstGeom prst="rect">
            <a:avLst/>
          </a:prstGeom>
        </p:spPr>
      </p:pic>
    </p:spTree>
    <p:extLst>
      <p:ext uri="{BB962C8B-B14F-4D97-AF65-F5344CB8AC3E}">
        <p14:creationId xmlns:p14="http://schemas.microsoft.com/office/powerpoint/2010/main" val="15939031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A343854-B7C2-463A-B073-7929D2EFAC7F}"/>
              </a:ext>
            </a:extLst>
          </p:cNvPr>
          <p:cNvSpPr>
            <a:spLocks noGrp="1"/>
          </p:cNvSpPr>
          <p:nvPr>
            <p:ph type="title"/>
          </p:nvPr>
        </p:nvSpPr>
        <p:spPr/>
        <p:txBody>
          <a:bodyPr/>
          <a:lstStyle/>
          <a:p>
            <a:r>
              <a:rPr lang="en-US" dirty="0"/>
              <a:t>Arrays</a:t>
            </a:r>
          </a:p>
        </p:txBody>
      </p:sp>
      <p:pic>
        <p:nvPicPr>
          <p:cNvPr id="6" name="Billede 5">
            <a:extLst>
              <a:ext uri="{FF2B5EF4-FFF2-40B4-BE49-F238E27FC236}">
                <a16:creationId xmlns:a16="http://schemas.microsoft.com/office/drawing/2014/main" id="{31DF2FFC-5FB3-42B0-B3CB-D9D3783B4F67}"/>
              </a:ext>
            </a:extLst>
          </p:cNvPr>
          <p:cNvPicPr>
            <a:picLocks noChangeAspect="1"/>
          </p:cNvPicPr>
          <p:nvPr/>
        </p:nvPicPr>
        <p:blipFill>
          <a:blip r:embed="rId2"/>
          <a:stretch>
            <a:fillRect/>
          </a:stretch>
        </p:blipFill>
        <p:spPr>
          <a:xfrm>
            <a:off x="5737253" y="821452"/>
            <a:ext cx="5324666" cy="1280456"/>
          </a:xfrm>
          <a:prstGeom prst="rect">
            <a:avLst/>
          </a:prstGeom>
        </p:spPr>
      </p:pic>
      <p:sp>
        <p:nvSpPr>
          <p:cNvPr id="7" name="TextBox 6">
            <a:extLst>
              <a:ext uri="{FF2B5EF4-FFF2-40B4-BE49-F238E27FC236}">
                <a16:creationId xmlns:a16="http://schemas.microsoft.com/office/drawing/2014/main" id="{8DFBB73E-62B8-2765-9E27-38023154350E}"/>
              </a:ext>
            </a:extLst>
          </p:cNvPr>
          <p:cNvSpPr txBox="1"/>
          <p:nvPr/>
        </p:nvSpPr>
        <p:spPr>
          <a:xfrm>
            <a:off x="740588" y="2138228"/>
            <a:ext cx="10942572" cy="3971921"/>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DK" sz="1400" dirty="0"/>
              <a:t>Array er </a:t>
            </a:r>
            <a:r>
              <a:rPr lang="en-DK" sz="1400" dirty="0" err="1"/>
              <a:t>en</a:t>
            </a:r>
            <a:r>
              <a:rPr lang="en-DK" sz="1400" dirty="0"/>
              <a:t> </a:t>
            </a:r>
            <a:r>
              <a:rPr lang="en-DK" sz="1400" dirty="0" err="1"/>
              <a:t>datastruktur</a:t>
            </a:r>
            <a:r>
              <a:rPr lang="en-DK" sz="1400" dirty="0"/>
              <a:t> </a:t>
            </a:r>
            <a:r>
              <a:rPr lang="en-DK" sz="1400" dirty="0" err="1"/>
              <a:t>af</a:t>
            </a:r>
            <a:r>
              <a:rPr lang="en-DK" sz="1400" dirty="0"/>
              <a:t> </a:t>
            </a:r>
            <a:r>
              <a:rPr lang="en-DK" sz="1400" dirty="0" err="1"/>
              <a:t>samme</a:t>
            </a:r>
            <a:r>
              <a:rPr lang="en-DK" sz="1400" dirty="0"/>
              <a:t> type</a:t>
            </a:r>
            <a:endParaRPr lang="da-DK" sz="1400" dirty="0"/>
          </a:p>
          <a:p>
            <a:pPr marL="285750" indent="-285750">
              <a:lnSpc>
                <a:spcPct val="107000"/>
              </a:lnSpc>
              <a:spcAft>
                <a:spcPts val="800"/>
              </a:spcAft>
              <a:buFont typeface="Arial" panose="020B0604020202020204" pitchFamily="34" charset="0"/>
              <a:buChar char="•"/>
            </a:pPr>
            <a:r>
              <a:rPr lang="da-DK" sz="1400" dirty="0"/>
              <a:t>Et</a:t>
            </a:r>
            <a:r>
              <a:rPr lang="en-DK" sz="1400" dirty="0"/>
              <a:t> array er </a:t>
            </a:r>
            <a:r>
              <a:rPr lang="da-DK" sz="1400" dirty="0"/>
              <a:t>en </a:t>
            </a:r>
            <a:r>
              <a:rPr lang="en-DK" sz="1400" dirty="0" err="1"/>
              <a:t>sekventiel</a:t>
            </a:r>
            <a:r>
              <a:rPr lang="en-DK" sz="1400" dirty="0"/>
              <a:t> </a:t>
            </a:r>
            <a:r>
              <a:rPr lang="en-DK" sz="1400" dirty="0" err="1"/>
              <a:t>hukommelseslokation</a:t>
            </a:r>
            <a:r>
              <a:rPr lang="da-DK" sz="1400" dirty="0"/>
              <a:t> (alle værdier er lige ved siden af hinanden)</a:t>
            </a:r>
          </a:p>
          <a:p>
            <a:pPr marL="742915" lvl="1" indent="-285750">
              <a:lnSpc>
                <a:spcPct val="107000"/>
              </a:lnSpc>
              <a:spcAft>
                <a:spcPts val="800"/>
              </a:spcAft>
              <a:buFont typeface="Arial" panose="020B0604020202020204" pitchFamily="34" charset="0"/>
              <a:buChar char="•"/>
            </a:pPr>
            <a:r>
              <a:rPr lang="da-DK" sz="1400" dirty="0"/>
              <a:t>L</a:t>
            </a:r>
            <a:r>
              <a:rPr lang="en-DK" sz="1400" dirty="0" err="1"/>
              <a:t>aveste</a:t>
            </a:r>
            <a:r>
              <a:rPr lang="en-DK" sz="1400" dirty="0"/>
              <a:t> </a:t>
            </a:r>
            <a:r>
              <a:rPr lang="en-DK" sz="1400" dirty="0" err="1"/>
              <a:t>adresse</a:t>
            </a:r>
            <a:r>
              <a:rPr lang="en-DK" sz="1400" dirty="0"/>
              <a:t> </a:t>
            </a:r>
            <a:r>
              <a:rPr lang="da-DK" sz="1400" dirty="0"/>
              <a:t>x[0]  : </a:t>
            </a:r>
            <a:r>
              <a:rPr lang="en-DK" sz="1400" dirty="0" err="1"/>
              <a:t>første</a:t>
            </a:r>
            <a:r>
              <a:rPr lang="en-DK" sz="1400" dirty="0"/>
              <a:t> element</a:t>
            </a:r>
            <a:r>
              <a:rPr lang="da-DK" sz="1400" dirty="0"/>
              <a:t> værdi</a:t>
            </a:r>
          </a:p>
          <a:p>
            <a:pPr marL="742915" lvl="1" indent="-285750">
              <a:lnSpc>
                <a:spcPct val="107000"/>
              </a:lnSpc>
              <a:spcAft>
                <a:spcPts val="800"/>
              </a:spcAft>
              <a:buFont typeface="Arial" panose="020B0604020202020204" pitchFamily="34" charset="0"/>
              <a:buChar char="•"/>
            </a:pPr>
            <a:r>
              <a:rPr lang="da-DK" sz="1400" dirty="0"/>
              <a:t>H</a:t>
            </a:r>
            <a:r>
              <a:rPr lang="en-DK" sz="1400" dirty="0" err="1"/>
              <a:t>øjeste</a:t>
            </a:r>
            <a:r>
              <a:rPr lang="en-DK" sz="1400" dirty="0"/>
              <a:t> </a:t>
            </a:r>
            <a:r>
              <a:rPr lang="en-DK" sz="1400" dirty="0" err="1"/>
              <a:t>adresse</a:t>
            </a:r>
            <a:r>
              <a:rPr lang="en-DK" sz="1400" dirty="0"/>
              <a:t> </a:t>
            </a:r>
            <a:r>
              <a:rPr lang="da-DK" sz="1400" dirty="0"/>
              <a:t>x[N-1] : </a:t>
            </a:r>
            <a:r>
              <a:rPr lang="en-DK" sz="1400" dirty="0" err="1"/>
              <a:t>sidste</a:t>
            </a:r>
            <a:r>
              <a:rPr lang="en-DK" sz="1400" dirty="0"/>
              <a:t> element</a:t>
            </a:r>
            <a:r>
              <a:rPr lang="da-DK" sz="1400" dirty="0"/>
              <a:t> værdi</a:t>
            </a:r>
          </a:p>
          <a:p>
            <a:pPr marL="285750" indent="-285750">
              <a:lnSpc>
                <a:spcPct val="107000"/>
              </a:lnSpc>
              <a:spcAft>
                <a:spcPts val="800"/>
              </a:spcAft>
              <a:buFont typeface="Arial" panose="020B0604020202020204" pitchFamily="34" charset="0"/>
              <a:buChar char="•"/>
            </a:pPr>
            <a:r>
              <a:rPr lang="en-DK" sz="1400" dirty="0" err="1"/>
              <a:t>Hvert</a:t>
            </a:r>
            <a:r>
              <a:rPr lang="en-DK" sz="1400" dirty="0"/>
              <a:t> array </a:t>
            </a:r>
            <a:r>
              <a:rPr lang="en-DK" sz="1400" dirty="0" err="1"/>
              <a:t>har</a:t>
            </a:r>
            <a:r>
              <a:rPr lang="en-DK" sz="1400" dirty="0"/>
              <a:t> </a:t>
            </a:r>
            <a:r>
              <a:rPr lang="en-DK" sz="1400" dirty="0" err="1"/>
              <a:t>tre</a:t>
            </a:r>
            <a:r>
              <a:rPr lang="en-DK" sz="1400" dirty="0"/>
              <a:t> </a:t>
            </a:r>
            <a:r>
              <a:rPr lang="en-DK" sz="1400" dirty="0" err="1"/>
              <a:t>egenskaber</a:t>
            </a:r>
            <a:r>
              <a:rPr lang="en-DK" sz="1400" dirty="0"/>
              <a:t>:</a:t>
            </a:r>
            <a:endParaRPr lang="da-DK" sz="1400" dirty="0"/>
          </a:p>
          <a:p>
            <a:pPr marL="742915" lvl="1" indent="-285750">
              <a:lnSpc>
                <a:spcPct val="107000"/>
              </a:lnSpc>
              <a:spcAft>
                <a:spcPts val="800"/>
              </a:spcAft>
              <a:buFont typeface="Arial" panose="020B0604020202020204" pitchFamily="34" charset="0"/>
              <a:buChar char="•"/>
            </a:pPr>
            <a:r>
              <a:rPr lang="en-DK" sz="1400" dirty="0"/>
              <a:t>Array</a:t>
            </a:r>
            <a:r>
              <a:rPr lang="en-US" sz="1400" dirty="0"/>
              <a:t>-</a:t>
            </a:r>
            <a:r>
              <a:rPr lang="en-DK" sz="1400" dirty="0" err="1"/>
              <a:t>navn</a:t>
            </a:r>
            <a:endParaRPr lang="da-DK" sz="1400" dirty="0"/>
          </a:p>
          <a:p>
            <a:pPr marL="742915" lvl="1" indent="-285750">
              <a:lnSpc>
                <a:spcPct val="107000"/>
              </a:lnSpc>
              <a:spcAft>
                <a:spcPts val="800"/>
              </a:spcAft>
              <a:buFont typeface="Arial" panose="020B0604020202020204" pitchFamily="34" charset="0"/>
              <a:buChar char="•"/>
            </a:pPr>
            <a:r>
              <a:rPr lang="en-DK" sz="1400" dirty="0"/>
              <a:t>Datatype</a:t>
            </a:r>
            <a:endParaRPr lang="da-DK" sz="1400" dirty="0"/>
          </a:p>
          <a:p>
            <a:pPr marL="742915" lvl="1" indent="-285750">
              <a:lnSpc>
                <a:spcPct val="107000"/>
              </a:lnSpc>
              <a:spcAft>
                <a:spcPts val="800"/>
              </a:spcAft>
              <a:buFont typeface="Arial" panose="020B0604020202020204" pitchFamily="34" charset="0"/>
              <a:buChar char="•"/>
            </a:pPr>
            <a:r>
              <a:rPr lang="en-DK" sz="1400" dirty="0" err="1"/>
              <a:t>Arraystørrelse</a:t>
            </a:r>
            <a:endParaRPr lang="da-DK" sz="1400" dirty="0"/>
          </a:p>
          <a:p>
            <a:pPr marL="285750" indent="-285750">
              <a:lnSpc>
                <a:spcPct val="107000"/>
              </a:lnSpc>
              <a:spcAft>
                <a:spcPts val="800"/>
              </a:spcAft>
              <a:buFont typeface="Arial" panose="020B0604020202020204" pitchFamily="34" charset="0"/>
              <a:buChar char="•"/>
            </a:pPr>
            <a:r>
              <a:rPr lang="en-US" sz="1400" dirty="0"/>
              <a:t>A</a:t>
            </a:r>
            <a:r>
              <a:rPr lang="en-DK" sz="1400" dirty="0" err="1"/>
              <a:t>dgang</a:t>
            </a:r>
            <a:r>
              <a:rPr lang="en-DK" sz="1400" dirty="0"/>
              <a:t> </a:t>
            </a:r>
            <a:r>
              <a:rPr lang="en-DK" sz="1400" dirty="0" err="1"/>
              <a:t>til</a:t>
            </a:r>
            <a:r>
              <a:rPr lang="en-DK" sz="1400" dirty="0"/>
              <a:t> array-element </a:t>
            </a:r>
            <a:r>
              <a:rPr lang="en-US" sz="1400" dirty="0"/>
              <a:t>via </a:t>
            </a:r>
            <a:r>
              <a:rPr lang="en-DK" sz="1400" dirty="0"/>
              <a:t>array-</a:t>
            </a:r>
            <a:r>
              <a:rPr lang="en-DK" sz="1400" dirty="0" err="1"/>
              <a:t>indeks</a:t>
            </a:r>
            <a:r>
              <a:rPr lang="en-DK" sz="1400" dirty="0"/>
              <a:t>.</a:t>
            </a:r>
            <a:endParaRPr lang="da-DK" sz="1400" dirty="0"/>
          </a:p>
          <a:p>
            <a:pPr marL="742915" lvl="1" indent="-285750">
              <a:lnSpc>
                <a:spcPct val="107000"/>
              </a:lnSpc>
              <a:spcAft>
                <a:spcPts val="800"/>
              </a:spcAft>
              <a:buFont typeface="Arial" panose="020B0604020202020204" pitchFamily="34" charset="0"/>
              <a:buChar char="•"/>
            </a:pPr>
            <a:r>
              <a:rPr lang="en-DK" sz="1400" dirty="0"/>
              <a:t>I C </a:t>
            </a:r>
            <a:r>
              <a:rPr lang="en-DK" sz="1400" dirty="0" err="1"/>
              <a:t>tæller</a:t>
            </a:r>
            <a:r>
              <a:rPr lang="en-DK" sz="1400" dirty="0"/>
              <a:t> vi </a:t>
            </a:r>
            <a:r>
              <a:rPr lang="en-DK" sz="1400" dirty="0" err="1"/>
              <a:t>fra</a:t>
            </a:r>
            <a:r>
              <a:rPr lang="en-DK" sz="1400" dirty="0"/>
              <a:t> </a:t>
            </a:r>
            <a:r>
              <a:rPr lang="en-DK" sz="1400" dirty="0" err="1"/>
              <a:t>indeks</a:t>
            </a:r>
            <a:r>
              <a:rPr lang="en-DK" sz="1400" dirty="0"/>
              <a:t>=0 (</a:t>
            </a:r>
            <a:r>
              <a:rPr lang="en-DK" sz="1400" dirty="0" err="1"/>
              <a:t>første</a:t>
            </a:r>
            <a:r>
              <a:rPr lang="en-DK" sz="1400" dirty="0"/>
              <a:t> element) </a:t>
            </a:r>
            <a:r>
              <a:rPr lang="en-DK" sz="1400" dirty="0" err="1"/>
              <a:t>til</a:t>
            </a:r>
            <a:r>
              <a:rPr lang="en-DK" sz="1400" dirty="0"/>
              <a:t> </a:t>
            </a:r>
            <a:r>
              <a:rPr lang="en-DK" sz="1400" dirty="0" err="1"/>
              <a:t>indeks</a:t>
            </a:r>
            <a:r>
              <a:rPr lang="en-DK" sz="1400" dirty="0"/>
              <a:t>=N-1, </a:t>
            </a:r>
            <a:r>
              <a:rPr lang="en-DK" sz="1400" dirty="0" err="1"/>
              <a:t>hvor</a:t>
            </a:r>
            <a:r>
              <a:rPr lang="en-DK" sz="1400" dirty="0"/>
              <a:t> N er </a:t>
            </a:r>
            <a:r>
              <a:rPr lang="da-DK" sz="1400" dirty="0"/>
              <a:t>størrelsen</a:t>
            </a:r>
            <a:r>
              <a:rPr lang="en-DK" sz="1400" dirty="0"/>
              <a:t> </a:t>
            </a:r>
            <a:r>
              <a:rPr lang="en-DK" sz="1400" dirty="0" err="1"/>
              <a:t>af</a:t>
            </a:r>
            <a:r>
              <a:rPr lang="en-DK" sz="1400" dirty="0"/>
              <a:t> </a:t>
            </a:r>
            <a:r>
              <a:rPr lang="en-DK" sz="1400" dirty="0" err="1"/>
              <a:t>arrayet</a:t>
            </a:r>
            <a:r>
              <a:rPr lang="en-DK" sz="1400" dirty="0"/>
              <a:t>.</a:t>
            </a:r>
            <a:endParaRPr lang="da-DK" sz="1400" dirty="0"/>
          </a:p>
          <a:p>
            <a:pPr marL="285750" indent="-285750">
              <a:lnSpc>
                <a:spcPct val="107000"/>
              </a:lnSpc>
              <a:spcAft>
                <a:spcPts val="800"/>
              </a:spcAft>
              <a:buFont typeface="Arial" panose="020B0604020202020204" pitchFamily="34" charset="0"/>
              <a:buChar char="•"/>
            </a:pPr>
            <a:r>
              <a:rPr lang="da-DK" sz="1400" dirty="0"/>
              <a:t>E</a:t>
            </a:r>
            <a:r>
              <a:rPr lang="en-US" sz="1400" dirty="0"/>
              <a:t>t array </a:t>
            </a:r>
            <a:r>
              <a:rPr lang="en-US" sz="1400" dirty="0" err="1"/>
              <a:t>navn</a:t>
            </a:r>
            <a:r>
              <a:rPr lang="en-US" sz="1400" dirty="0"/>
              <a:t> </a:t>
            </a:r>
            <a:r>
              <a:rPr lang="en-US" sz="1400" dirty="0" err="1"/>
              <a:t>indeholder</a:t>
            </a:r>
            <a:r>
              <a:rPr lang="en-US" sz="1400" dirty="0"/>
              <a:t> </a:t>
            </a:r>
            <a:r>
              <a:rPr lang="en-US" sz="1400" dirty="0" err="1"/>
              <a:t>addressen</a:t>
            </a:r>
            <a:r>
              <a:rPr lang="en-US" sz="1400" dirty="0"/>
              <a:t> </a:t>
            </a:r>
            <a:r>
              <a:rPr lang="en-US" sz="1400" dirty="0" err="1"/>
              <a:t>på</a:t>
            </a:r>
            <a:r>
              <a:rPr lang="en-US" sz="1400" dirty="0"/>
              <a:t> </a:t>
            </a:r>
            <a:r>
              <a:rPr lang="en-US" sz="1400" dirty="0" err="1"/>
              <a:t>første</a:t>
            </a:r>
            <a:r>
              <a:rPr lang="en-US" sz="1400" dirty="0"/>
              <a:t> element. </a:t>
            </a:r>
            <a:r>
              <a:rPr lang="en-US" sz="1400" b="1" dirty="0" err="1"/>
              <a:t>Intet</a:t>
            </a:r>
            <a:r>
              <a:rPr lang="en-US" sz="1400" b="1" dirty="0"/>
              <a:t> </a:t>
            </a:r>
            <a:r>
              <a:rPr lang="en-US" sz="1400" b="1" dirty="0" err="1"/>
              <a:t>andet</a:t>
            </a:r>
            <a:r>
              <a:rPr lang="en-US" sz="1400" b="1" dirty="0"/>
              <a:t>! </a:t>
            </a:r>
            <a:r>
              <a:rPr lang="en-US" sz="1400" dirty="0"/>
              <a:t>(C </a:t>
            </a:r>
            <a:r>
              <a:rPr lang="en-US" sz="1400" dirty="0" err="1"/>
              <a:t>ved</a:t>
            </a:r>
            <a:r>
              <a:rPr lang="en-US" sz="1400" dirty="0"/>
              <a:t> </a:t>
            </a:r>
            <a:r>
              <a:rPr lang="en-US" sz="1400" dirty="0" err="1"/>
              <a:t>kun</a:t>
            </a:r>
            <a:r>
              <a:rPr lang="en-US" sz="1400" dirty="0"/>
              <a:t> </a:t>
            </a:r>
            <a:r>
              <a:rPr lang="en-US" sz="1400" dirty="0" err="1"/>
              <a:t>hvor</a:t>
            </a:r>
            <a:r>
              <a:rPr lang="en-US" sz="1400" dirty="0"/>
              <a:t> et array er, </a:t>
            </a:r>
            <a:r>
              <a:rPr lang="en-US" sz="1400" dirty="0" err="1"/>
              <a:t>ikke</a:t>
            </a:r>
            <a:r>
              <a:rPr lang="en-US" sz="1400" dirty="0"/>
              <a:t> </a:t>
            </a:r>
            <a:r>
              <a:rPr lang="en-US" sz="1400" dirty="0" err="1"/>
              <a:t>hvor</a:t>
            </a:r>
            <a:r>
              <a:rPr lang="en-US" sz="1400" dirty="0"/>
              <a:t> </a:t>
            </a:r>
            <a:r>
              <a:rPr lang="en-US" sz="1400" dirty="0" err="1"/>
              <a:t>stort</a:t>
            </a:r>
            <a:r>
              <a:rPr lang="en-US" sz="1400" dirty="0"/>
              <a:t> det er)</a:t>
            </a:r>
          </a:p>
          <a:p>
            <a:endParaRPr lang="en-DK" sz="1400" dirty="0"/>
          </a:p>
        </p:txBody>
      </p:sp>
    </p:spTree>
    <p:extLst>
      <p:ext uri="{BB962C8B-B14F-4D97-AF65-F5344CB8AC3E}">
        <p14:creationId xmlns:p14="http://schemas.microsoft.com/office/powerpoint/2010/main" val="38359487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AF213017-86D0-40D9-9993-E452DC8F4D99}"/>
              </a:ext>
            </a:extLst>
          </p:cNvPr>
          <p:cNvSpPr>
            <a:spLocks noGrp="1"/>
          </p:cNvSpPr>
          <p:nvPr>
            <p:ph type="title"/>
          </p:nvPr>
        </p:nvSpPr>
        <p:spPr>
          <a:xfrm>
            <a:off x="587374" y="370290"/>
            <a:ext cx="10163970" cy="1474385"/>
          </a:xfrm>
        </p:spPr>
        <p:txBody>
          <a:bodyPr/>
          <a:lstStyle/>
          <a:p>
            <a:r>
              <a:rPr lang="da-DK" dirty="0" err="1"/>
              <a:t>Only</a:t>
            </a:r>
            <a:r>
              <a:rPr lang="da-DK" dirty="0"/>
              <a:t> Single Array Element Access </a:t>
            </a:r>
          </a:p>
        </p:txBody>
      </p:sp>
      <p:pic>
        <p:nvPicPr>
          <p:cNvPr id="6" name="Billede 5">
            <a:extLst>
              <a:ext uri="{FF2B5EF4-FFF2-40B4-BE49-F238E27FC236}">
                <a16:creationId xmlns:a16="http://schemas.microsoft.com/office/drawing/2014/main" id="{C2643052-5BCC-4CEA-AA37-B6274D153D2D}"/>
              </a:ext>
            </a:extLst>
          </p:cNvPr>
          <p:cNvPicPr>
            <a:picLocks noChangeAspect="1"/>
          </p:cNvPicPr>
          <p:nvPr/>
        </p:nvPicPr>
        <p:blipFill>
          <a:blip r:embed="rId2"/>
          <a:stretch>
            <a:fillRect/>
          </a:stretch>
        </p:blipFill>
        <p:spPr>
          <a:xfrm>
            <a:off x="1932350" y="1246968"/>
            <a:ext cx="8327300" cy="4684105"/>
          </a:xfrm>
          <a:prstGeom prst="rect">
            <a:avLst/>
          </a:prstGeom>
        </p:spPr>
      </p:pic>
      <p:pic>
        <p:nvPicPr>
          <p:cNvPr id="7" name="Billede 6">
            <a:extLst>
              <a:ext uri="{FF2B5EF4-FFF2-40B4-BE49-F238E27FC236}">
                <a16:creationId xmlns:a16="http://schemas.microsoft.com/office/drawing/2014/main" id="{4E5BF434-F54B-4A8F-8E6C-FE9FDF248A45}"/>
              </a:ext>
            </a:extLst>
          </p:cNvPr>
          <p:cNvPicPr>
            <a:picLocks noChangeAspect="1"/>
          </p:cNvPicPr>
          <p:nvPr/>
        </p:nvPicPr>
        <p:blipFill rotWithShape="1">
          <a:blip r:embed="rId3"/>
          <a:srcRect l="17654" t="11137" r="5608" b="19581"/>
          <a:stretch/>
        </p:blipFill>
        <p:spPr>
          <a:xfrm>
            <a:off x="2350060" y="3602614"/>
            <a:ext cx="499235" cy="450725"/>
          </a:xfrm>
          <a:prstGeom prst="rect">
            <a:avLst/>
          </a:prstGeom>
        </p:spPr>
      </p:pic>
      <p:pic>
        <p:nvPicPr>
          <p:cNvPr id="1026" name="Picture 2">
            <a:extLst>
              <a:ext uri="{FF2B5EF4-FFF2-40B4-BE49-F238E27FC236}">
                <a16:creationId xmlns:a16="http://schemas.microsoft.com/office/drawing/2014/main" id="{69663C21-7566-4EAD-8F51-8B0D4AFF45F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068" t="15367" r="14893" b="17838"/>
          <a:stretch/>
        </p:blipFill>
        <p:spPr bwMode="auto">
          <a:xfrm>
            <a:off x="2349443" y="3118454"/>
            <a:ext cx="486905" cy="478012"/>
          </a:xfrm>
          <a:prstGeom prst="rect">
            <a:avLst/>
          </a:prstGeom>
          <a:noFill/>
          <a:extLst>
            <a:ext uri="{909E8E84-426E-40DD-AFC4-6F175D3DCCD1}">
              <a14:hiddenFill xmlns:a14="http://schemas.microsoft.com/office/drawing/2010/main">
                <a:solidFill>
                  <a:srgbClr val="FFFFFF"/>
                </a:solidFill>
              </a14:hiddenFill>
            </a:ext>
          </a:extLst>
        </p:spPr>
      </p:pic>
      <p:pic>
        <p:nvPicPr>
          <p:cNvPr id="8" name="Billede 7">
            <a:extLst>
              <a:ext uri="{FF2B5EF4-FFF2-40B4-BE49-F238E27FC236}">
                <a16:creationId xmlns:a16="http://schemas.microsoft.com/office/drawing/2014/main" id="{90519D29-4F8E-435B-85BF-A7709FC3A369}"/>
              </a:ext>
            </a:extLst>
          </p:cNvPr>
          <p:cNvPicPr>
            <a:picLocks noChangeAspect="1"/>
          </p:cNvPicPr>
          <p:nvPr/>
        </p:nvPicPr>
        <p:blipFill rotWithShape="1">
          <a:blip r:embed="rId3"/>
          <a:srcRect l="17654" t="11137" r="5608" b="19581"/>
          <a:stretch/>
        </p:blipFill>
        <p:spPr>
          <a:xfrm>
            <a:off x="2350060" y="4889320"/>
            <a:ext cx="499235" cy="450725"/>
          </a:xfrm>
          <a:prstGeom prst="rect">
            <a:avLst/>
          </a:prstGeom>
        </p:spPr>
      </p:pic>
      <p:grpSp>
        <p:nvGrpSpPr>
          <p:cNvPr id="14" name="Gruppe 13">
            <a:extLst>
              <a:ext uri="{FF2B5EF4-FFF2-40B4-BE49-F238E27FC236}">
                <a16:creationId xmlns:a16="http://schemas.microsoft.com/office/drawing/2014/main" id="{236883F0-A0C8-4C0C-AB46-6A7BD4AE40C5}"/>
              </a:ext>
            </a:extLst>
          </p:cNvPr>
          <p:cNvGrpSpPr/>
          <p:nvPr/>
        </p:nvGrpSpPr>
        <p:grpSpPr>
          <a:xfrm>
            <a:off x="4206240" y="2983613"/>
            <a:ext cx="7705116" cy="830997"/>
            <a:chOff x="4206240" y="2823593"/>
            <a:chExt cx="7705116" cy="830997"/>
          </a:xfrm>
        </p:grpSpPr>
        <p:sp>
          <p:nvSpPr>
            <p:cNvPr id="12" name="Tekstfelt 11">
              <a:extLst>
                <a:ext uri="{FF2B5EF4-FFF2-40B4-BE49-F238E27FC236}">
                  <a16:creationId xmlns:a16="http://schemas.microsoft.com/office/drawing/2014/main" id="{A7D138AD-D873-40F4-A721-7A90CFEE5308}"/>
                </a:ext>
              </a:extLst>
            </p:cNvPr>
            <p:cNvSpPr txBox="1"/>
            <p:nvPr/>
          </p:nvSpPr>
          <p:spPr>
            <a:xfrm>
              <a:off x="8235112" y="2823593"/>
              <a:ext cx="3676244" cy="830997"/>
            </a:xfrm>
            <a:prstGeom prst="rect">
              <a:avLst/>
            </a:prstGeom>
            <a:noFill/>
          </p:spPr>
          <p:txBody>
            <a:bodyPr wrap="square">
              <a:spAutoFit/>
            </a:bodyPr>
            <a:lstStyle/>
            <a:p>
              <a:pPr marL="0" indent="0">
                <a:buNone/>
              </a:pPr>
              <a:r>
                <a:rPr lang="da-DK" sz="2400" dirty="0">
                  <a:latin typeface="Consolas" panose="020B0609020204030204" pitchFamily="49" charset="0"/>
                </a:rPr>
                <a:t>OK i Python/MATLAB</a:t>
              </a:r>
            </a:p>
            <a:p>
              <a:pPr marL="0" indent="0">
                <a:buNone/>
              </a:pPr>
              <a:r>
                <a:rPr lang="da-DK" sz="2400" dirty="0">
                  <a:latin typeface="Consolas" panose="020B0609020204030204" pitchFamily="49" charset="0"/>
                </a:rPr>
                <a:t>Ikke i C!!!!</a:t>
              </a:r>
            </a:p>
          </p:txBody>
        </p:sp>
        <p:cxnSp>
          <p:nvCxnSpPr>
            <p:cNvPr id="13" name="Lige pilforbindelse 12">
              <a:extLst>
                <a:ext uri="{FF2B5EF4-FFF2-40B4-BE49-F238E27FC236}">
                  <a16:creationId xmlns:a16="http://schemas.microsoft.com/office/drawing/2014/main" id="{BB104D4D-FD80-48AA-8AA5-F44CEFB1F814}"/>
                </a:ext>
              </a:extLst>
            </p:cNvPr>
            <p:cNvCxnSpPr/>
            <p:nvPr/>
          </p:nvCxnSpPr>
          <p:spPr>
            <a:xfrm flipH="1">
              <a:off x="4206240" y="3197440"/>
              <a:ext cx="4028872"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8787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88E36414-A8CE-43A1-8019-F61A2BDC8F4C}"/>
              </a:ext>
            </a:extLst>
          </p:cNvPr>
          <p:cNvSpPr>
            <a:spLocks noGrp="1"/>
          </p:cNvSpPr>
          <p:nvPr>
            <p:ph type="title"/>
          </p:nvPr>
        </p:nvSpPr>
        <p:spPr>
          <a:xfrm>
            <a:off x="587374" y="370290"/>
            <a:ext cx="8011342" cy="1474385"/>
          </a:xfrm>
        </p:spPr>
        <p:txBody>
          <a:bodyPr/>
          <a:lstStyle/>
          <a:p>
            <a:r>
              <a:rPr lang="da-DK" dirty="0"/>
              <a:t>Hvad bruger man arrays til?</a:t>
            </a:r>
          </a:p>
        </p:txBody>
      </p:sp>
      <p:sp>
        <p:nvSpPr>
          <p:cNvPr id="4" name="Pladsholder til tekst 3">
            <a:extLst>
              <a:ext uri="{FF2B5EF4-FFF2-40B4-BE49-F238E27FC236}">
                <a16:creationId xmlns:a16="http://schemas.microsoft.com/office/drawing/2014/main" id="{189523A8-B756-442B-8171-8B151651F4EC}"/>
              </a:ext>
            </a:extLst>
          </p:cNvPr>
          <p:cNvSpPr>
            <a:spLocks noGrp="1"/>
          </p:cNvSpPr>
          <p:nvPr>
            <p:ph type="body" sz="quarter" idx="12"/>
          </p:nvPr>
        </p:nvSpPr>
        <p:spPr>
          <a:xfrm>
            <a:off x="587375" y="1846320"/>
            <a:ext cx="10620094" cy="3704284"/>
          </a:xfrm>
        </p:spPr>
        <p:txBody>
          <a:bodyPr>
            <a:normAutofit/>
          </a:bodyPr>
          <a:lstStyle/>
          <a:p>
            <a:pPr>
              <a:buFont typeface="Arial" panose="020B0604020202020204" pitchFamily="34" charset="0"/>
              <a:buChar char="•"/>
            </a:pPr>
            <a:r>
              <a:rPr lang="en-US" b="1" dirty="0"/>
              <a:t>Data</a:t>
            </a:r>
            <a:r>
              <a:rPr lang="en-US" dirty="0"/>
              <a:t>: </a:t>
            </a:r>
            <a:r>
              <a:rPr lang="en-US" dirty="0" err="1"/>
              <a:t>Organiseret</a:t>
            </a:r>
            <a:r>
              <a:rPr lang="en-US" dirty="0"/>
              <a:t> </a:t>
            </a:r>
            <a:r>
              <a:rPr lang="en-US" dirty="0" err="1"/>
              <a:t>lagring</a:t>
            </a:r>
            <a:r>
              <a:rPr lang="en-US" dirty="0"/>
              <a:t> </a:t>
            </a:r>
            <a:r>
              <a:rPr lang="en-US" dirty="0" err="1"/>
              <a:t>af</a:t>
            </a:r>
            <a:r>
              <a:rPr lang="en-US" dirty="0"/>
              <a:t> data</a:t>
            </a:r>
          </a:p>
          <a:p>
            <a:pPr>
              <a:buFont typeface="Arial" panose="020B0604020202020204" pitchFamily="34" charset="0"/>
              <a:buChar char="•"/>
            </a:pPr>
            <a:r>
              <a:rPr lang="en-US" b="1" dirty="0" err="1"/>
              <a:t>Resultater</a:t>
            </a:r>
            <a:endParaRPr lang="en-US" b="1" dirty="0"/>
          </a:p>
          <a:p>
            <a:pPr>
              <a:buFont typeface="Arial" panose="020B0604020202020204" pitchFamily="34" charset="0"/>
              <a:buChar char="•"/>
            </a:pPr>
            <a:r>
              <a:rPr lang="en-US" b="1" dirty="0"/>
              <a:t>Text</a:t>
            </a:r>
            <a:r>
              <a:rPr lang="en-US" dirty="0"/>
              <a:t>: </a:t>
            </a:r>
            <a:r>
              <a:rPr lang="en-US" dirty="0" err="1"/>
              <a:t>en</a:t>
            </a:r>
            <a:r>
              <a:rPr lang="en-US" dirty="0"/>
              <a:t> string er et array </a:t>
            </a:r>
            <a:r>
              <a:rPr lang="en-US" dirty="0" err="1"/>
              <a:t>af</a:t>
            </a:r>
            <a:r>
              <a:rPr lang="en-US" dirty="0"/>
              <a:t> char's </a:t>
            </a:r>
            <a:r>
              <a:rPr lang="en-US" dirty="0" err="1"/>
              <a:t>som</a:t>
            </a:r>
            <a:r>
              <a:rPr lang="en-US" dirty="0"/>
              <a:t> </a:t>
            </a:r>
            <a:r>
              <a:rPr lang="en-US" dirty="0" err="1"/>
              <a:t>afsluttes</a:t>
            </a:r>
            <a:r>
              <a:rPr lang="en-US" dirty="0"/>
              <a:t> med null </a:t>
            </a:r>
            <a:r>
              <a:rPr lang="en-US" dirty="0" err="1"/>
              <a:t>operatoren</a:t>
            </a:r>
            <a:r>
              <a:rPr lang="en-US" dirty="0"/>
              <a:t> '\0' </a:t>
            </a:r>
          </a:p>
          <a:p>
            <a:pPr lvl="1">
              <a:buFont typeface="Arial" panose="020B0604020202020204" pitchFamily="34" charset="0"/>
              <a:buChar char="•"/>
            </a:pPr>
            <a:r>
              <a:rPr lang="da-DK" i="1" dirty="0" err="1"/>
              <a:t>strings</a:t>
            </a:r>
            <a:r>
              <a:rPr lang="da-DK" i="1" dirty="0"/>
              <a:t> på kursusgang 9</a:t>
            </a:r>
          </a:p>
          <a:p>
            <a:pPr lvl="1">
              <a:buFont typeface="Arial" panose="020B0604020202020204" pitchFamily="34" charset="0"/>
              <a:buChar char="•"/>
            </a:pPr>
            <a:endParaRPr lang="da-DK" sz="1200" i="1" dirty="0"/>
          </a:p>
          <a:p>
            <a:pPr lvl="1">
              <a:buFont typeface="Arial" panose="020B0604020202020204" pitchFamily="34" charset="0"/>
              <a:buChar char="•"/>
            </a:pPr>
            <a:endParaRPr lang="da-DK" sz="1200" i="1" dirty="0"/>
          </a:p>
          <a:p>
            <a:pPr marL="338138" lvl="1" indent="0">
              <a:buNone/>
            </a:pPr>
            <a:r>
              <a:rPr lang="da-DK" sz="1200" i="1" dirty="0"/>
              <a:t>lad os lave et lille program som indeholder vægten af 3 høns</a:t>
            </a:r>
          </a:p>
        </p:txBody>
      </p:sp>
    </p:spTree>
    <p:extLst>
      <p:ext uri="{BB962C8B-B14F-4D97-AF65-F5344CB8AC3E}">
        <p14:creationId xmlns:p14="http://schemas.microsoft.com/office/powerpoint/2010/main" val="29663914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5EEEDCE-8291-61AA-9F0E-0EB184B4B72E}"/>
              </a:ext>
            </a:extLst>
          </p:cNvPr>
          <p:cNvSpPr>
            <a:spLocks noGrp="1"/>
          </p:cNvSpPr>
          <p:nvPr>
            <p:ph type="title"/>
          </p:nvPr>
        </p:nvSpPr>
        <p:spPr>
          <a:xfrm>
            <a:off x="587374" y="370290"/>
            <a:ext cx="7619555" cy="1474385"/>
          </a:xfrm>
        </p:spPr>
        <p:txBody>
          <a:bodyPr/>
          <a:lstStyle/>
          <a:p>
            <a:r>
              <a:rPr lang="da-DK" dirty="0"/>
              <a:t>Opgave: arrays1.c</a:t>
            </a:r>
            <a:br>
              <a:rPr lang="da-DK" dirty="0"/>
            </a:br>
            <a:r>
              <a:rPr lang="da-DK" dirty="0"/>
              <a:t>Arrays</a:t>
            </a:r>
            <a:endParaRPr lang="en-DK" dirty="0"/>
          </a:p>
        </p:txBody>
      </p:sp>
      <p:sp>
        <p:nvSpPr>
          <p:cNvPr id="4" name="Text Placeholder 3">
            <a:extLst>
              <a:ext uri="{FF2B5EF4-FFF2-40B4-BE49-F238E27FC236}">
                <a16:creationId xmlns:a16="http://schemas.microsoft.com/office/drawing/2014/main" id="{9CD14315-9C16-1C36-6B3A-9A3C80166925}"/>
              </a:ext>
            </a:extLst>
          </p:cNvPr>
          <p:cNvSpPr>
            <a:spLocks noGrp="1"/>
          </p:cNvSpPr>
          <p:nvPr>
            <p:ph type="body" sz="quarter" idx="12"/>
          </p:nvPr>
        </p:nvSpPr>
        <p:spPr/>
        <p:txBody>
          <a:bodyPr>
            <a:normAutofit/>
          </a:bodyPr>
          <a:lstStyle/>
          <a:p>
            <a:pPr marL="338138" lvl="1" indent="0">
              <a:buNone/>
            </a:pPr>
            <a:r>
              <a:rPr lang="da-DK" dirty="0">
                <a:latin typeface="Consolas" panose="020B0609020204030204" pitchFamily="49" charset="0"/>
              </a:rPr>
              <a:t>Lav et program, som indeholder et array </a:t>
            </a:r>
            <a:r>
              <a:rPr lang="da-DK" dirty="0" err="1">
                <a:latin typeface="Consolas" panose="020B0609020204030204" pitchFamily="49" charset="0"/>
              </a:rPr>
              <a:t>Numbers</a:t>
            </a:r>
            <a:r>
              <a:rPr lang="da-DK" dirty="0">
                <a:latin typeface="Consolas" panose="020B0609020204030204" pitchFamily="49" charset="0"/>
              </a:rPr>
              <a:t> med værdierne {2,3,5,7}. Print disse værdier ud.</a:t>
            </a:r>
          </a:p>
          <a:p>
            <a:pPr marL="338138" lvl="1" indent="0">
              <a:buNone/>
            </a:pPr>
            <a:r>
              <a:rPr lang="da-DK" b="1" dirty="0">
                <a:latin typeface="Consolas" panose="020B0609020204030204" pitchFamily="49" charset="0"/>
              </a:rPr>
              <a:t>Fremgangsmåde:</a:t>
            </a:r>
          </a:p>
          <a:p>
            <a:pPr marL="681038" lvl="1" indent="-342900">
              <a:buFont typeface="+mj-lt"/>
              <a:buAutoNum type="arabicPeriod"/>
            </a:pPr>
            <a:r>
              <a:rPr lang="da-DK" dirty="0">
                <a:latin typeface="Consolas" panose="020B0609020204030204" pitchFamily="49" charset="0"/>
              </a:rPr>
              <a:t>lav og åben filen </a:t>
            </a:r>
            <a:r>
              <a:rPr lang="da-DK" dirty="0"/>
              <a:t>arrays1.c</a:t>
            </a:r>
          </a:p>
          <a:p>
            <a:pPr marL="681038" lvl="1" indent="-342900">
              <a:buFont typeface="+mj-lt"/>
              <a:buAutoNum type="arabicPeriod"/>
            </a:pPr>
            <a:r>
              <a:rPr lang="da-DK" dirty="0">
                <a:latin typeface="Consolas" panose="020B0609020204030204" pitchFamily="49" charset="0"/>
              </a:rPr>
              <a:t>opret et array som indeholder værdierne {2,3,5,7}</a:t>
            </a:r>
          </a:p>
          <a:p>
            <a:pPr marL="863600" lvl="2" indent="-342900">
              <a:buFont typeface="+mj-lt"/>
              <a:buAutoNum type="arabicPeriod"/>
            </a:pPr>
            <a:r>
              <a:rPr lang="da-DK" dirty="0">
                <a:latin typeface="Consolas" panose="020B0609020204030204" pitchFamily="49" charset="0"/>
              </a:rPr>
              <a:t>Hint: Hvis man skal bruge et heltal, hvilken datatype er så passende?</a:t>
            </a:r>
          </a:p>
          <a:p>
            <a:pPr marL="681038" lvl="1" indent="-342900">
              <a:buFont typeface="+mj-lt"/>
              <a:buAutoNum type="arabicPeriod"/>
            </a:pPr>
            <a:r>
              <a:rPr lang="da-DK" dirty="0">
                <a:latin typeface="Consolas" panose="020B0609020204030204" pitchFamily="49" charset="0"/>
              </a:rPr>
              <a:t>Lav et loop, som printer alle værdier af arrayet ud en efter en.</a:t>
            </a:r>
          </a:p>
          <a:p>
            <a:pPr marL="1128713" lvl="3" indent="-342900">
              <a:buFont typeface="+mj-lt"/>
              <a:buAutoNum type="arabicPeriod"/>
            </a:pPr>
            <a:r>
              <a:rPr lang="da-DK" dirty="0">
                <a:latin typeface="Consolas" panose="020B0609020204030204" pitchFamily="49" charset="0"/>
              </a:rPr>
              <a:t>Hint: Arrays er </a:t>
            </a:r>
            <a:r>
              <a:rPr lang="da-DK" dirty="0" err="1">
                <a:latin typeface="Consolas" panose="020B0609020204030204" pitchFamily="49" charset="0"/>
              </a:rPr>
              <a:t>indexeret</a:t>
            </a:r>
            <a:r>
              <a:rPr lang="da-DK" dirty="0">
                <a:latin typeface="Consolas" panose="020B0609020204030204" pitchFamily="49" charset="0"/>
              </a:rPr>
              <a:t> fra 0 til N-1</a:t>
            </a:r>
          </a:p>
          <a:p>
            <a:pPr marL="863600" lvl="2" indent="-342900">
              <a:buFont typeface="+mj-lt"/>
              <a:buAutoNum type="arabicPeriod"/>
            </a:pPr>
            <a:r>
              <a:rPr lang="da-DK" dirty="0">
                <a:latin typeface="Consolas" panose="020B0609020204030204" pitchFamily="49" charset="0"/>
              </a:rPr>
              <a:t>&gt; </a:t>
            </a:r>
            <a:r>
              <a:rPr lang="da-DK" dirty="0" err="1">
                <a:latin typeface="Consolas" panose="020B0609020204030204" pitchFamily="49" charset="0"/>
              </a:rPr>
              <a:t>Numbers</a:t>
            </a:r>
            <a:r>
              <a:rPr lang="da-DK" dirty="0">
                <a:latin typeface="Consolas" panose="020B0609020204030204" pitchFamily="49" charset="0"/>
              </a:rPr>
              <a:t>[0] indeholder værdien 2</a:t>
            </a:r>
          </a:p>
          <a:p>
            <a:pPr marL="681038" lvl="1" indent="-342900">
              <a:buFont typeface="+mj-lt"/>
              <a:buAutoNum type="arabicPeriod"/>
            </a:pPr>
            <a:r>
              <a:rPr lang="da-DK" dirty="0" err="1">
                <a:latin typeface="Consolas" panose="020B0609020204030204" pitchFamily="49" charset="0"/>
              </a:rPr>
              <a:t>Compile</a:t>
            </a:r>
            <a:r>
              <a:rPr lang="da-DK" dirty="0">
                <a:latin typeface="Consolas" panose="020B0609020204030204" pitchFamily="49" charset="0"/>
              </a:rPr>
              <a:t> og kør programmet fra VS Code</a:t>
            </a:r>
          </a:p>
          <a:p>
            <a:pPr marL="681038" lvl="1" indent="-342900">
              <a:buFont typeface="+mj-lt"/>
              <a:buAutoNum type="arabicPeriod"/>
            </a:pPr>
            <a:r>
              <a:rPr lang="da-DK" dirty="0" err="1">
                <a:latin typeface="Consolas" panose="020B0609020204030204" pitchFamily="49" charset="0"/>
              </a:rPr>
              <a:t>Compile</a:t>
            </a:r>
            <a:r>
              <a:rPr lang="da-DK" dirty="0">
                <a:latin typeface="Consolas" panose="020B0609020204030204" pitchFamily="49" charset="0"/>
              </a:rPr>
              <a:t> og kør programmet fra terminalen</a:t>
            </a:r>
          </a:p>
        </p:txBody>
      </p:sp>
    </p:spTree>
    <p:extLst>
      <p:ext uri="{BB962C8B-B14F-4D97-AF65-F5344CB8AC3E}">
        <p14:creationId xmlns:p14="http://schemas.microsoft.com/office/powerpoint/2010/main" val="4039443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0E2DB1-358A-650F-92B3-3FA7C037F8CD}"/>
              </a:ext>
            </a:extLst>
          </p:cNvPr>
          <p:cNvSpPr>
            <a:spLocks noGrp="1"/>
          </p:cNvSpPr>
          <p:nvPr>
            <p:ph type="title"/>
          </p:nvPr>
        </p:nvSpPr>
        <p:spPr>
          <a:xfrm>
            <a:off x="587374" y="370290"/>
            <a:ext cx="7194618" cy="1474385"/>
          </a:xfrm>
        </p:spPr>
        <p:txBody>
          <a:bodyPr/>
          <a:lstStyle/>
          <a:p>
            <a:r>
              <a:rPr lang="en-US" dirty="0"/>
              <a:t>What we know 2</a:t>
            </a:r>
            <a:br>
              <a:rPr lang="en-US" dirty="0"/>
            </a:br>
            <a:r>
              <a:rPr lang="en-US" sz="1800" dirty="0"/>
              <a:t>what_you_know2.c</a:t>
            </a:r>
            <a:endParaRPr lang="en-DK" dirty="0"/>
          </a:p>
        </p:txBody>
      </p:sp>
      <p:sp>
        <p:nvSpPr>
          <p:cNvPr id="9" name="TextBox 8">
            <a:extLst>
              <a:ext uri="{FF2B5EF4-FFF2-40B4-BE49-F238E27FC236}">
                <a16:creationId xmlns:a16="http://schemas.microsoft.com/office/drawing/2014/main" id="{700A40B9-D5C2-D437-7991-A99D85444450}"/>
              </a:ext>
            </a:extLst>
          </p:cNvPr>
          <p:cNvSpPr txBox="1"/>
          <p:nvPr/>
        </p:nvSpPr>
        <p:spPr>
          <a:xfrm>
            <a:off x="587375" y="1655618"/>
            <a:ext cx="5065280" cy="3985706"/>
          </a:xfrm>
          <a:prstGeom prst="rect">
            <a:avLst/>
          </a:prstGeom>
          <a:solidFill>
            <a:schemeClr val="bg1">
              <a:lumMod val="95000"/>
            </a:schemeClr>
          </a:solidFill>
        </p:spPr>
        <p:txBody>
          <a:bodyPr wrap="square">
            <a:spAutoFit/>
          </a:bodyPr>
          <a:lstStyle/>
          <a:p>
            <a:pPr marL="228600" indent="-228600">
              <a:buFont typeface="+mj-lt"/>
              <a:buAutoNum type="arabicPeriod"/>
            </a:pPr>
            <a:r>
              <a:rPr lang="en-US" sz="1100" b="0" dirty="0">
                <a:solidFill>
                  <a:srgbClr val="808080"/>
                </a:solidFill>
                <a:effectLst/>
                <a:latin typeface="Consolas" panose="020B0609020204030204" pitchFamily="49" charset="0"/>
              </a:rPr>
              <a:t>#include</a:t>
            </a:r>
            <a:r>
              <a:rPr lang="en-US" sz="1100" b="0" dirty="0">
                <a:solidFill>
                  <a:srgbClr val="000000"/>
                </a:solidFill>
                <a:effectLst/>
                <a:latin typeface="Consolas" panose="020B0609020204030204" pitchFamily="49" charset="0"/>
              </a:rPr>
              <a:t> </a:t>
            </a:r>
            <a:r>
              <a:rPr lang="en-US" sz="1100" b="0" dirty="0">
                <a:solidFill>
                  <a:srgbClr val="E21F1F"/>
                </a:solidFill>
                <a:effectLst/>
                <a:latin typeface="Consolas" panose="020B0609020204030204" pitchFamily="49" charset="0"/>
              </a:rPr>
              <a:t>&lt;</a:t>
            </a:r>
            <a:r>
              <a:rPr lang="en-US" sz="1100" b="0" dirty="0" err="1">
                <a:solidFill>
                  <a:srgbClr val="A31515"/>
                </a:solidFill>
                <a:effectLst/>
                <a:latin typeface="Consolas" panose="020B0609020204030204" pitchFamily="49" charset="0"/>
              </a:rPr>
              <a:t>stdio.h</a:t>
            </a:r>
            <a:r>
              <a:rPr lang="en-US" sz="1100" b="0" dirty="0">
                <a:solidFill>
                  <a:srgbClr val="E21F1F"/>
                </a:solidFill>
                <a:effectLst/>
                <a:latin typeface="Consolas" panose="020B0609020204030204" pitchFamily="49" charset="0"/>
              </a:rPr>
              <a:t>&gt;</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74531F"/>
                </a:solidFill>
                <a:effectLst/>
                <a:latin typeface="Consolas" panose="020B0609020204030204" pitchFamily="49" charset="0"/>
              </a:rPr>
              <a:t>main</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dirty="0">
                <a:solidFill>
                  <a:srgbClr val="000000"/>
                </a:solidFill>
                <a:latin typeface="Consolas" panose="020B0609020204030204" pitchFamily="49" charset="0"/>
              </a:rPr>
              <a:t>    ...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8000"/>
                </a:solidFill>
                <a:effectLst/>
                <a:latin typeface="Consolas" panose="020B0609020204030204" pitchFamily="49" charset="0"/>
              </a:rPr>
              <a:t>    /* Print patient information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Patient Information for 5 patients</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patientID1</a:t>
            </a:r>
            <a:r>
              <a:rPr lang="en-US" sz="1100" b="0" dirty="0">
                <a:solidFill>
                  <a:srgbClr val="000000"/>
                </a:solidFill>
                <a:effectLst/>
                <a:latin typeface="Consolas" panose="020B0609020204030204" pitchFamily="49" charset="0"/>
              </a:rPr>
              <a:t>);</a:t>
            </a:r>
            <a:r>
              <a:rPr lang="en-US" sz="1100" b="0" dirty="0">
                <a:solidFill>
                  <a:srgbClr val="008000"/>
                </a:solidFill>
                <a:effectLst/>
                <a:latin typeface="Consolas" panose="020B0609020204030204" pitchFamily="49" charset="0"/>
              </a:rPr>
              <a:t>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patientID2</a:t>
            </a:r>
            <a:r>
              <a:rPr lang="en-US" sz="1100" b="0" dirty="0">
                <a:solidFill>
                  <a:srgbClr val="000000"/>
                </a:solidFill>
                <a:effectLst/>
                <a:latin typeface="Consolas" panose="020B0609020204030204" pitchFamily="49" charset="0"/>
              </a:rPr>
              <a:t>);</a:t>
            </a:r>
            <a:r>
              <a:rPr lang="en-US" sz="1100" b="0" dirty="0">
                <a:solidFill>
                  <a:srgbClr val="008000"/>
                </a:solidFill>
                <a:effectLst/>
                <a:latin typeface="Consolas" panose="020B0609020204030204" pitchFamily="49" charset="0"/>
              </a:rPr>
              <a:t>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patientID3</a:t>
            </a:r>
            <a:r>
              <a:rPr lang="en-US" sz="1100" b="0" dirty="0">
                <a:solidFill>
                  <a:srgbClr val="000000"/>
                </a:solidFill>
                <a:effectLst/>
                <a:latin typeface="Consolas" panose="020B0609020204030204" pitchFamily="49" charset="0"/>
              </a:rPr>
              <a:t>);</a:t>
            </a:r>
            <a:r>
              <a:rPr lang="en-US" sz="1100" b="0" dirty="0">
                <a:solidFill>
                  <a:srgbClr val="008000"/>
                </a:solidFill>
                <a:effectLst/>
                <a:latin typeface="Consolas" panose="020B0609020204030204" pitchFamily="49" charset="0"/>
              </a:rPr>
              <a:t>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age3</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weight3</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70321D9B-26CE-7008-8BD8-46B5ADD83A8D}"/>
              </a:ext>
            </a:extLst>
          </p:cNvPr>
          <p:cNvSpPr txBox="1"/>
          <p:nvPr/>
        </p:nvSpPr>
        <p:spPr>
          <a:xfrm>
            <a:off x="9086451" y="2504778"/>
            <a:ext cx="2909810" cy="2554545"/>
          </a:xfrm>
          <a:prstGeom prst="rect">
            <a:avLst/>
          </a:prstGeom>
          <a:noFill/>
        </p:spPr>
        <p:txBody>
          <a:bodyPr wrap="square">
            <a:spAutoFit/>
          </a:bodyPr>
          <a:lstStyle/>
          <a:p>
            <a:r>
              <a:rPr lang="en-US" sz="1000" u="sng" dirty="0"/>
              <a:t>Terminal</a:t>
            </a:r>
          </a:p>
          <a:p>
            <a:r>
              <a:rPr lang="en-US" sz="1000" dirty="0" err="1">
                <a:latin typeface="Consolas" panose="020B0609020204030204" pitchFamily="49" charset="0"/>
              </a:rPr>
              <a:t>gcc</a:t>
            </a:r>
            <a:r>
              <a:rPr lang="en-US" sz="1000" dirty="0">
                <a:latin typeface="Consolas" panose="020B0609020204030204" pitchFamily="49" charset="0"/>
              </a:rPr>
              <a:t> –o main.exe </a:t>
            </a:r>
            <a:r>
              <a:rPr lang="en-US" sz="1000" dirty="0" err="1">
                <a:latin typeface="Consolas" panose="020B0609020204030204" pitchFamily="49" charset="0"/>
              </a:rPr>
              <a:t>file.c</a:t>
            </a:r>
            <a:r>
              <a:rPr lang="en-US" sz="1000" dirty="0">
                <a:latin typeface="Consolas" panose="020B0609020204030204" pitchFamily="49" charset="0"/>
              </a:rPr>
              <a:t> &amp; main.exe</a:t>
            </a:r>
          </a:p>
          <a:p>
            <a:pPr marL="171450" indent="-171450">
              <a:buFont typeface="Consolas" panose="020B0609020204030204" pitchFamily="49" charset="0"/>
              <a:buChar char="›"/>
            </a:pPr>
            <a:r>
              <a:rPr lang="en-US" sz="1000" dirty="0">
                <a:latin typeface="Consolas" panose="020B0609020204030204" pitchFamily="49" charset="0"/>
              </a:rPr>
              <a:t>Patient Information for 5 patients</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1</a:t>
            </a:r>
          </a:p>
          <a:p>
            <a:pPr marL="171450" indent="-171450">
              <a:buFont typeface="Consolas" panose="020B0609020204030204" pitchFamily="49" charset="0"/>
              <a:buChar char="›"/>
            </a:pPr>
            <a:r>
              <a:rPr lang="en-US" sz="1000" dirty="0">
                <a:latin typeface="Consolas" panose="020B0609020204030204" pitchFamily="49" charset="0"/>
              </a:rPr>
              <a:t>  age:          13</a:t>
            </a:r>
          </a:p>
          <a:p>
            <a:pPr marL="171450" indent="-171450">
              <a:buFont typeface="Consolas" panose="020B0609020204030204" pitchFamily="49" charset="0"/>
              <a:buChar char="›"/>
            </a:pPr>
            <a:r>
              <a:rPr lang="en-US" sz="1000" dirty="0">
                <a:latin typeface="Consolas" panose="020B0609020204030204" pitchFamily="49" charset="0"/>
              </a:rPr>
              <a:t>  weight:       80</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3</a:t>
            </a:r>
          </a:p>
          <a:p>
            <a:pPr marL="171450" indent="-171450">
              <a:buFont typeface="Consolas" panose="020B0609020204030204" pitchFamily="49" charset="0"/>
              <a:buChar char="›"/>
            </a:pPr>
            <a:r>
              <a:rPr lang="en-US" sz="1000" dirty="0">
                <a:latin typeface="Consolas" panose="020B0609020204030204" pitchFamily="49" charset="0"/>
              </a:rPr>
              <a:t>  age:          44</a:t>
            </a:r>
          </a:p>
          <a:p>
            <a:pPr marL="171450" indent="-171450">
              <a:buFont typeface="Consolas" panose="020B0609020204030204" pitchFamily="49" charset="0"/>
              <a:buChar char="›"/>
            </a:pPr>
            <a:r>
              <a:rPr lang="en-US" sz="1000" dirty="0">
                <a:latin typeface="Consolas" panose="020B0609020204030204" pitchFamily="49" charset="0"/>
              </a:rPr>
              <a:t>  weight:       99</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52</a:t>
            </a:r>
          </a:p>
          <a:p>
            <a:pPr marL="171450" indent="-171450">
              <a:buFont typeface="Consolas" panose="020B0609020204030204" pitchFamily="49" charset="0"/>
              <a:buChar char="›"/>
            </a:pPr>
            <a:r>
              <a:rPr lang="en-US" sz="1000" dirty="0">
                <a:latin typeface="Consolas" panose="020B0609020204030204" pitchFamily="49" charset="0"/>
              </a:rPr>
              <a:t>  age:          51</a:t>
            </a:r>
          </a:p>
          <a:p>
            <a:pPr marL="171450" indent="-171450">
              <a:buFont typeface="Consolas" panose="020B0609020204030204" pitchFamily="49" charset="0"/>
              <a:buChar char="›"/>
            </a:pPr>
            <a:r>
              <a:rPr lang="en-US" sz="1000" dirty="0">
                <a:latin typeface="Consolas" panose="020B0609020204030204" pitchFamily="49" charset="0"/>
              </a:rPr>
              <a:t>  weight:       100</a:t>
            </a:r>
            <a:endParaRPr lang="en-DK" sz="1000" dirty="0">
              <a:latin typeface="Consolas" panose="020B0609020204030204" pitchFamily="49" charset="0"/>
            </a:endParaRPr>
          </a:p>
          <a:p>
            <a:endParaRPr lang="en-DK" sz="1000" dirty="0">
              <a:latin typeface="Consolas" panose="020B0609020204030204" pitchFamily="49" charset="0"/>
            </a:endParaRPr>
          </a:p>
        </p:txBody>
      </p:sp>
    </p:spTree>
    <p:extLst>
      <p:ext uri="{BB962C8B-B14F-4D97-AF65-F5344CB8AC3E}">
        <p14:creationId xmlns:p14="http://schemas.microsoft.com/office/powerpoint/2010/main" val="11999534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0E2DB1-358A-650F-92B3-3FA7C037F8CD}"/>
              </a:ext>
            </a:extLst>
          </p:cNvPr>
          <p:cNvSpPr>
            <a:spLocks noGrp="1"/>
          </p:cNvSpPr>
          <p:nvPr>
            <p:ph type="title"/>
          </p:nvPr>
        </p:nvSpPr>
        <p:spPr>
          <a:xfrm>
            <a:off x="587374" y="370290"/>
            <a:ext cx="7194618" cy="1474385"/>
          </a:xfrm>
        </p:spPr>
        <p:txBody>
          <a:bodyPr/>
          <a:lstStyle/>
          <a:p>
            <a:r>
              <a:rPr lang="en-US" dirty="0"/>
              <a:t>A better way (array)</a:t>
            </a:r>
            <a:br>
              <a:rPr lang="en-US" dirty="0"/>
            </a:br>
            <a:r>
              <a:rPr lang="en-US" sz="1800" dirty="0" err="1"/>
              <a:t>a_better_way.c</a:t>
            </a:r>
            <a:br>
              <a:rPr lang="en-US" dirty="0"/>
            </a:br>
            <a:endParaRPr lang="en-DK" dirty="0"/>
          </a:p>
        </p:txBody>
      </p:sp>
      <p:sp>
        <p:nvSpPr>
          <p:cNvPr id="9" name="TextBox 8">
            <a:extLst>
              <a:ext uri="{FF2B5EF4-FFF2-40B4-BE49-F238E27FC236}">
                <a16:creationId xmlns:a16="http://schemas.microsoft.com/office/drawing/2014/main" id="{700A40B9-D5C2-D437-7991-A99D85444450}"/>
              </a:ext>
            </a:extLst>
          </p:cNvPr>
          <p:cNvSpPr txBox="1"/>
          <p:nvPr/>
        </p:nvSpPr>
        <p:spPr>
          <a:xfrm>
            <a:off x="587374" y="1564178"/>
            <a:ext cx="6591799" cy="4493538"/>
          </a:xfrm>
          <a:prstGeom prst="rect">
            <a:avLst/>
          </a:prstGeom>
          <a:solidFill>
            <a:schemeClr val="bg1">
              <a:lumMod val="95000"/>
            </a:schemeClr>
          </a:solidFill>
        </p:spPr>
        <p:txBody>
          <a:bodyPr wrap="square">
            <a:spAutoFit/>
          </a:bodyPr>
          <a:lstStyle/>
          <a:p>
            <a:pPr marL="228600" indent="-228600">
              <a:buFont typeface="+mj-lt"/>
              <a:buAutoNum type="arabicPeriod"/>
            </a:pPr>
            <a:r>
              <a:rPr lang="en-US" sz="1100" b="0" dirty="0">
                <a:solidFill>
                  <a:srgbClr val="008000"/>
                </a:solidFill>
                <a:effectLst/>
                <a:latin typeface="Consolas" panose="020B0609020204030204" pitchFamily="49" charset="0"/>
              </a:rPr>
              <a:t>/*     Use arrays to store data, and a loop to print it! */</a:t>
            </a:r>
            <a:endParaRPr lang="en-US" sz="1100" b="0" dirty="0">
              <a:solidFill>
                <a:srgbClr val="808080"/>
              </a:solidFill>
              <a:effectLst/>
              <a:latin typeface="Consolas" panose="020B0609020204030204" pitchFamily="49" charset="0"/>
            </a:endParaRPr>
          </a:p>
          <a:p>
            <a:pPr marL="228600" indent="-228600">
              <a:buFont typeface="+mj-lt"/>
              <a:buAutoNum type="arabicPeriod"/>
            </a:pPr>
            <a:r>
              <a:rPr lang="en-US" sz="1100" b="0" dirty="0">
                <a:solidFill>
                  <a:srgbClr val="808080"/>
                </a:solidFill>
                <a:effectLst/>
                <a:latin typeface="Consolas" panose="020B0609020204030204" pitchFamily="49" charset="0"/>
              </a:rPr>
              <a:t>#include</a:t>
            </a:r>
            <a:r>
              <a:rPr lang="en-US" sz="1100" b="0" dirty="0">
                <a:solidFill>
                  <a:srgbClr val="000000"/>
                </a:solidFill>
                <a:effectLst/>
                <a:latin typeface="Consolas" panose="020B0609020204030204" pitchFamily="49" charset="0"/>
              </a:rPr>
              <a:t> </a:t>
            </a:r>
            <a:r>
              <a:rPr lang="en-US" sz="1100" b="0" dirty="0">
                <a:solidFill>
                  <a:srgbClr val="E21F1F"/>
                </a:solidFill>
                <a:effectLst/>
                <a:latin typeface="Consolas" panose="020B0609020204030204" pitchFamily="49" charset="0"/>
              </a:rPr>
              <a:t>&lt;</a:t>
            </a:r>
            <a:r>
              <a:rPr lang="en-US" sz="1100" b="0" dirty="0" err="1">
                <a:solidFill>
                  <a:srgbClr val="A31515"/>
                </a:solidFill>
                <a:effectLst/>
                <a:latin typeface="Consolas" panose="020B0609020204030204" pitchFamily="49" charset="0"/>
              </a:rPr>
              <a:t>stdio.h</a:t>
            </a:r>
            <a:r>
              <a:rPr lang="en-US" sz="1100" b="0" dirty="0">
                <a:solidFill>
                  <a:srgbClr val="E21F1F"/>
                </a:solidFill>
                <a:effectLst/>
                <a:latin typeface="Consolas" panose="020B0609020204030204" pitchFamily="49" charset="0"/>
              </a:rPr>
              <a:t>&gt;</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74531F"/>
                </a:solidFill>
                <a:effectLst/>
                <a:latin typeface="Consolas" panose="020B0609020204030204" pitchFamily="49" charset="0"/>
              </a:rPr>
              <a:t>main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8000"/>
                </a:solidFill>
                <a:effectLst/>
                <a:latin typeface="Consolas" panose="020B0609020204030204" pitchFamily="49" charset="0"/>
              </a:rPr>
              <a:t>    /* stack </a:t>
            </a:r>
            <a:r>
              <a:rPr lang="en-US" sz="1100" b="0" dirty="0" err="1">
                <a:solidFill>
                  <a:srgbClr val="008000"/>
                </a:solidFill>
                <a:effectLst/>
                <a:latin typeface="Consolas" panose="020B0609020204030204" pitchFamily="49" charset="0"/>
              </a:rPr>
              <a:t>allokering</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af</a:t>
            </a:r>
            <a:r>
              <a:rPr lang="en-US" sz="1100" b="0" dirty="0">
                <a:solidFill>
                  <a:srgbClr val="008000"/>
                </a:solidFill>
                <a:effectLst/>
                <a:latin typeface="Consolas" panose="020B0609020204030204" pitchFamily="49" charset="0"/>
              </a:rPr>
              <a:t> arrays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dirty="0">
                <a:solidFill>
                  <a:srgbClr val="1F377F"/>
                </a:solidFill>
                <a:latin typeface="Consolas" panose="020B0609020204030204" pitchFamily="49" charset="0"/>
              </a:rPr>
              <a:t>ids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3</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52</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13</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44</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51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float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80.0</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99.0</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100.0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float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heights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1.80</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1.62</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1.30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Udregn</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længde</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på</a:t>
            </a:r>
            <a:r>
              <a:rPr lang="en-US" sz="1100" b="0" dirty="0">
                <a:solidFill>
                  <a:srgbClr val="008000"/>
                </a:solidFill>
                <a:effectLst/>
                <a:latin typeface="Consolas" panose="020B0609020204030204" pitchFamily="49" charset="0"/>
              </a:rPr>
              <a:t> array (s</a:t>
            </a:r>
            <a:r>
              <a:rPr lang="da-DK" sz="1100" b="0" dirty="0" err="1">
                <a:solidFill>
                  <a:srgbClr val="008000"/>
                </a:solidFill>
                <a:effectLst/>
                <a:latin typeface="Consolas" panose="020B0609020204030204" pitchFamily="49" charset="0"/>
              </a:rPr>
              <a:t>ådan</a:t>
            </a:r>
            <a:r>
              <a:rPr lang="da-DK" sz="1100" b="0" dirty="0">
                <a:solidFill>
                  <a:srgbClr val="008000"/>
                </a:solidFill>
                <a:effectLst/>
                <a:latin typeface="Consolas" panose="020B0609020204030204" pitchFamily="49" charset="0"/>
              </a:rPr>
              <a:t> gør man i når arrays er </a:t>
            </a:r>
            <a:r>
              <a:rPr lang="da-DK" sz="1100" b="0" dirty="0" err="1">
                <a:solidFill>
                  <a:srgbClr val="008000"/>
                </a:solidFill>
                <a:effectLst/>
                <a:latin typeface="Consolas" panose="020B0609020204030204" pitchFamily="49" charset="0"/>
              </a:rPr>
              <a:t>stack-alloceret</a:t>
            </a:r>
            <a:r>
              <a:rPr lang="da-DK" sz="1100" b="0" dirty="0">
                <a:solidFill>
                  <a:srgbClr val="008000"/>
                </a:solidFill>
                <a:effectLst/>
                <a:latin typeface="Consolas" panose="020B0609020204030204" pitchFamily="49" charset="0"/>
              </a:rPr>
              <a:t>)</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number_of_patients</a:t>
            </a:r>
            <a:r>
              <a:rPr lang="en-US" sz="1100" b="0" dirty="0">
                <a:solidFill>
                  <a:srgbClr val="000000"/>
                </a:solidFill>
                <a:effectLst/>
                <a:latin typeface="Consolas" panose="020B0609020204030204" pitchFamily="49" charset="0"/>
              </a:rPr>
              <a:t> = </a:t>
            </a:r>
            <a:r>
              <a:rPr lang="en-US" sz="1100" b="0" dirty="0" err="1">
                <a:solidFill>
                  <a:srgbClr val="0000FF"/>
                </a:solidFill>
                <a:effectLst/>
                <a:latin typeface="Consolas" panose="020B0609020204030204" pitchFamily="49" charset="0"/>
              </a:rPr>
              <a:t>sizeof</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ids</a:t>
            </a:r>
            <a:r>
              <a:rPr lang="en-US" sz="1100" b="0" dirty="0">
                <a:solidFill>
                  <a:srgbClr val="000000"/>
                </a:solidFill>
                <a:effectLst/>
                <a:latin typeface="Consolas" panose="020B0609020204030204" pitchFamily="49" charset="0"/>
              </a:rPr>
              <a:t>)/</a:t>
            </a:r>
            <a:r>
              <a:rPr lang="en-US" sz="1100" b="0" dirty="0" err="1">
                <a:solidFill>
                  <a:srgbClr val="0000FF"/>
                </a:solidFill>
                <a:effectLst/>
                <a:latin typeface="Consolas" panose="020B0609020204030204" pitchFamily="49" charset="0"/>
              </a:rPr>
              <a:t>sizeof</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ids</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8000"/>
                </a:solidFill>
                <a:effectLst/>
                <a:latin typeface="Consolas" panose="020B0609020204030204" pitchFamily="49" charset="0"/>
              </a:rPr>
              <a:t>    /* Print patient information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Patient Information for </a:t>
            </a:r>
            <a:r>
              <a:rPr lang="en-US" sz="1100" b="0" dirty="0">
                <a:solidFill>
                  <a:srgbClr val="1F377F"/>
                </a:solidFill>
                <a:effectLst/>
                <a:latin typeface="Consolas" panose="020B0609020204030204" pitchFamily="49" charset="0"/>
              </a:rPr>
              <a:t>%d</a:t>
            </a:r>
            <a:r>
              <a:rPr lang="en-US" sz="1100" b="0" dirty="0">
                <a:solidFill>
                  <a:srgbClr val="A31515"/>
                </a:solidFill>
                <a:effectLst/>
                <a:latin typeface="Consolas" panose="020B0609020204030204" pitchFamily="49" charset="0"/>
              </a:rPr>
              <a:t> patients</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number_of_patients</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8000"/>
                </a:solidFill>
                <a:effectLst/>
                <a:latin typeface="Consolas" panose="020B0609020204030204" pitchFamily="49" charset="0"/>
              </a:rPr>
              <a:t>    /* Loop through all patients */</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for</a:t>
            </a: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&lt;</a:t>
            </a:r>
            <a:r>
              <a:rPr lang="en-US" sz="1100" b="0" dirty="0" err="1">
                <a:solidFill>
                  <a:srgbClr val="1F377F"/>
                </a:solidFill>
                <a:effectLst/>
                <a:latin typeface="Consolas" panose="020B0609020204030204" pitchFamily="49" charset="0"/>
              </a:rPr>
              <a:t>number_of_patients</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PatientID</a:t>
            </a:r>
            <a:r>
              <a:rPr lang="en-US" sz="1100" b="0" dirty="0">
                <a:solidFill>
                  <a:srgbClr val="A31515"/>
                </a:solidFill>
                <a:effectLst/>
                <a:latin typeface="Consolas" panose="020B0609020204030204" pitchFamily="49" charset="0"/>
              </a:rPr>
              <a:t>:</a:t>
            </a:r>
            <a:r>
              <a:rPr lang="en-US" sz="1100" b="0" dirty="0">
                <a:solidFill>
                  <a:srgbClr val="B776FB"/>
                </a:solidFill>
                <a:effectLst/>
                <a:latin typeface="Consolas" panose="020B0609020204030204" pitchFamily="49" charset="0"/>
              </a:rPr>
              <a: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ids</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a:t>
            </a:r>
            <a:r>
              <a:rPr lang="en-US" sz="1100" b="0" dirty="0">
                <a:solidFill>
                  <a:srgbClr val="008000"/>
                </a:solidFill>
                <a:effectLst/>
                <a:latin typeface="Consolas" panose="020B0609020204030204" pitchFamily="49" charset="0"/>
              </a:rPr>
              <a:t> // bug fixed</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age:</a:t>
            </a:r>
            <a:r>
              <a:rPr lang="en-US" sz="1100" b="0" dirty="0">
                <a:solidFill>
                  <a:srgbClr val="B776FB"/>
                </a:solidFill>
                <a:effectLst/>
                <a:latin typeface="Consolas" panose="020B0609020204030204" pitchFamily="49" charset="0"/>
              </a:rPr>
              <a:t>\t\</a:t>
            </a:r>
            <a:r>
              <a:rPr lang="en-US" sz="1100" b="0" dirty="0" err="1">
                <a:solidFill>
                  <a:srgbClr val="B776FB"/>
                </a:solidFill>
                <a:effectLst/>
                <a:latin typeface="Consolas" panose="020B0609020204030204" pitchFamily="49" charset="0"/>
              </a:rPr>
              <a:t>t</a:t>
            </a:r>
            <a:r>
              <a:rPr lang="en-US" sz="1100" b="0" dirty="0" err="1">
                <a:solidFill>
                  <a:srgbClr val="1F377F"/>
                </a:solidFill>
                <a:effectLst/>
                <a:latin typeface="Consolas" panose="020B0609020204030204" pitchFamily="49" charset="0"/>
              </a:rPr>
              <a:t>%d</a:t>
            </a:r>
            <a:r>
              <a:rPr lang="en-US" sz="1100" b="0" dirty="0">
                <a:solidFill>
                  <a:srgbClr val="1F377F"/>
                </a:solidFill>
                <a:effectLst/>
                <a:latin typeface="Consolas" panose="020B0609020204030204" pitchFamily="49" charset="0"/>
              </a:rPr>
              <a:t> years</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ages</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weight:</a:t>
            </a:r>
            <a:r>
              <a:rPr lang="en-US" sz="1100" b="0" dirty="0">
                <a:solidFill>
                  <a:srgbClr val="B776FB"/>
                </a:solidFill>
                <a:effectLst/>
                <a:latin typeface="Consolas" panose="020B0609020204030204" pitchFamily="49" charset="0"/>
              </a:rPr>
              <a:t>\t</a:t>
            </a:r>
            <a:r>
              <a:rPr lang="en-US" sz="1100" b="0" dirty="0">
                <a:solidFill>
                  <a:srgbClr val="1F377F"/>
                </a:solidFill>
                <a:effectLst/>
                <a:latin typeface="Consolas" panose="020B0609020204030204" pitchFamily="49" charset="0"/>
              </a:rPr>
              <a:t>%.1f kg</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weights</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  height:</a:t>
            </a:r>
            <a:r>
              <a:rPr lang="en-US" sz="1100" b="0" dirty="0">
                <a:solidFill>
                  <a:srgbClr val="B776FB"/>
                </a:solidFill>
                <a:effectLst/>
                <a:latin typeface="Consolas" panose="020B0609020204030204" pitchFamily="49" charset="0"/>
              </a:rPr>
              <a:t>\t</a:t>
            </a:r>
            <a:r>
              <a:rPr lang="en-US" sz="1100" b="0" dirty="0">
                <a:solidFill>
                  <a:srgbClr val="1F377F"/>
                </a:solidFill>
                <a:effectLst/>
                <a:latin typeface="Consolas" panose="020B0609020204030204" pitchFamily="49" charset="0"/>
              </a:rPr>
              <a:t>%.1f m</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heights</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i</a:t>
            </a:r>
            <a:r>
              <a:rPr lang="en-US" sz="1100" b="0" dirty="0">
                <a:solidFill>
                  <a:srgbClr val="000000"/>
                </a:solidFill>
                <a:effectLst/>
                <a:latin typeface="Consolas" panose="020B0609020204030204" pitchFamily="49" charset="0"/>
              </a:rPr>
              <a:t>]); </a:t>
            </a:r>
            <a:r>
              <a:rPr lang="en-US" sz="1100" b="0" dirty="0">
                <a:solidFill>
                  <a:srgbClr val="008000"/>
                </a:solidFill>
                <a:effectLst/>
                <a:latin typeface="Consolas" panose="020B0609020204030204" pitchFamily="49" charset="0"/>
              </a:rPr>
              <a:t>//</a:t>
            </a: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70321D9B-26CE-7008-8BD8-46B5ADD83A8D}"/>
              </a:ext>
            </a:extLst>
          </p:cNvPr>
          <p:cNvSpPr txBox="1"/>
          <p:nvPr/>
        </p:nvSpPr>
        <p:spPr>
          <a:xfrm>
            <a:off x="9086451" y="2504778"/>
            <a:ext cx="2909810" cy="2862322"/>
          </a:xfrm>
          <a:prstGeom prst="rect">
            <a:avLst/>
          </a:prstGeom>
          <a:noFill/>
        </p:spPr>
        <p:txBody>
          <a:bodyPr wrap="square">
            <a:spAutoFit/>
          </a:bodyPr>
          <a:lstStyle/>
          <a:p>
            <a:r>
              <a:rPr lang="en-US" sz="1000" u="sng" dirty="0"/>
              <a:t>Terminal</a:t>
            </a:r>
          </a:p>
          <a:p>
            <a:r>
              <a:rPr lang="en-US" sz="1000" dirty="0" err="1">
                <a:latin typeface="Consolas" panose="020B0609020204030204" pitchFamily="49" charset="0"/>
              </a:rPr>
              <a:t>gcc</a:t>
            </a:r>
            <a:r>
              <a:rPr lang="en-US" sz="1000" dirty="0">
                <a:latin typeface="Consolas" panose="020B0609020204030204" pitchFamily="49" charset="0"/>
              </a:rPr>
              <a:t> –o main.exe </a:t>
            </a:r>
            <a:r>
              <a:rPr lang="en-US" sz="1000" dirty="0" err="1">
                <a:latin typeface="Consolas" panose="020B0609020204030204" pitchFamily="49" charset="0"/>
              </a:rPr>
              <a:t>file.c</a:t>
            </a:r>
            <a:r>
              <a:rPr lang="en-US" sz="1000" dirty="0">
                <a:latin typeface="Consolas" panose="020B0609020204030204" pitchFamily="49" charset="0"/>
              </a:rPr>
              <a:t> &amp; main.exe</a:t>
            </a:r>
          </a:p>
          <a:p>
            <a:pPr marL="171450" indent="-171450">
              <a:buFont typeface="Consolas" panose="020B0609020204030204" pitchFamily="49" charset="0"/>
              <a:buChar char="›"/>
            </a:pPr>
            <a:r>
              <a:rPr lang="en-US" sz="1000" dirty="0">
                <a:latin typeface="Consolas" panose="020B0609020204030204" pitchFamily="49" charset="0"/>
              </a:rPr>
              <a:t>Patient Information for 3 patients</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1</a:t>
            </a:r>
          </a:p>
          <a:p>
            <a:pPr marL="171450" indent="-171450">
              <a:buFont typeface="Consolas" panose="020B0609020204030204" pitchFamily="49" charset="0"/>
              <a:buChar char="›"/>
            </a:pPr>
            <a:r>
              <a:rPr lang="en-US" sz="1000" dirty="0">
                <a:latin typeface="Consolas" panose="020B0609020204030204" pitchFamily="49" charset="0"/>
              </a:rPr>
              <a:t>  age:          13 years</a:t>
            </a:r>
          </a:p>
          <a:p>
            <a:pPr marL="171450" indent="-171450">
              <a:buFont typeface="Consolas" panose="020B0609020204030204" pitchFamily="49" charset="0"/>
              <a:buChar char="›"/>
            </a:pPr>
            <a:r>
              <a:rPr lang="en-US" sz="1000" dirty="0">
                <a:latin typeface="Consolas" panose="020B0609020204030204" pitchFamily="49" charset="0"/>
              </a:rPr>
              <a:t>  weight:       80.0 kg</a:t>
            </a:r>
          </a:p>
          <a:p>
            <a:pPr marL="171450" indent="-171450">
              <a:buFont typeface="Consolas" panose="020B0609020204030204" pitchFamily="49" charset="0"/>
              <a:buChar char="›"/>
            </a:pPr>
            <a:r>
              <a:rPr lang="en-US" sz="1000" dirty="0">
                <a:latin typeface="Consolas" panose="020B0609020204030204" pitchFamily="49" charset="0"/>
              </a:rPr>
              <a:t>  height:       1.80 m</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3</a:t>
            </a:r>
          </a:p>
          <a:p>
            <a:pPr marL="171450" indent="-171450">
              <a:buFont typeface="Consolas" panose="020B0609020204030204" pitchFamily="49" charset="0"/>
              <a:buChar char="›"/>
            </a:pPr>
            <a:r>
              <a:rPr lang="en-US" sz="1000" dirty="0">
                <a:latin typeface="Consolas" panose="020B0609020204030204" pitchFamily="49" charset="0"/>
              </a:rPr>
              <a:t>  age:          44 years</a:t>
            </a:r>
          </a:p>
          <a:p>
            <a:pPr marL="171450" indent="-171450">
              <a:buFont typeface="Consolas" panose="020B0609020204030204" pitchFamily="49" charset="0"/>
              <a:buChar char="›"/>
            </a:pPr>
            <a:r>
              <a:rPr lang="en-US" sz="1000" dirty="0">
                <a:latin typeface="Consolas" panose="020B0609020204030204" pitchFamily="49" charset="0"/>
              </a:rPr>
              <a:t>  weight:       99.0 kg</a:t>
            </a:r>
          </a:p>
          <a:p>
            <a:pPr marL="171450" indent="-171450">
              <a:buFont typeface="Consolas" panose="020B0609020204030204" pitchFamily="49" charset="0"/>
              <a:buChar char="›"/>
            </a:pPr>
            <a:r>
              <a:rPr lang="en-US" sz="1000" dirty="0">
                <a:latin typeface="Consolas" panose="020B0609020204030204" pitchFamily="49" charset="0"/>
              </a:rPr>
              <a:t>  height:       1.62 m</a:t>
            </a:r>
          </a:p>
          <a:p>
            <a:pPr marL="171450" indent="-171450">
              <a:buFont typeface="Consolas" panose="020B0609020204030204" pitchFamily="49" charset="0"/>
              <a:buChar char="›"/>
            </a:pPr>
            <a:r>
              <a:rPr lang="en-US" sz="1000" dirty="0">
                <a:latin typeface="Consolas" panose="020B0609020204030204" pitchFamily="49" charset="0"/>
              </a:rPr>
              <a:t>###</a:t>
            </a:r>
          </a:p>
          <a:p>
            <a:pPr marL="171450" indent="-171450">
              <a:buFont typeface="Consolas" panose="020B0609020204030204" pitchFamily="49" charset="0"/>
              <a:buChar char="›"/>
            </a:pPr>
            <a:r>
              <a:rPr lang="en-US" sz="1000" dirty="0">
                <a:latin typeface="Consolas" panose="020B0609020204030204" pitchFamily="49" charset="0"/>
              </a:rPr>
              <a:t>  </a:t>
            </a:r>
            <a:r>
              <a:rPr lang="en-US" sz="1000" dirty="0" err="1">
                <a:latin typeface="Consolas" panose="020B0609020204030204" pitchFamily="49" charset="0"/>
              </a:rPr>
              <a:t>PatientID</a:t>
            </a:r>
            <a:r>
              <a:rPr lang="en-US" sz="1000" dirty="0">
                <a:latin typeface="Consolas" panose="020B0609020204030204" pitchFamily="49" charset="0"/>
              </a:rPr>
              <a:t>:    52</a:t>
            </a:r>
          </a:p>
          <a:p>
            <a:pPr marL="171450" indent="-171450">
              <a:buFont typeface="Consolas" panose="020B0609020204030204" pitchFamily="49" charset="0"/>
              <a:buChar char="›"/>
            </a:pPr>
            <a:r>
              <a:rPr lang="en-US" sz="1000" dirty="0">
                <a:latin typeface="Consolas" panose="020B0609020204030204" pitchFamily="49" charset="0"/>
              </a:rPr>
              <a:t>  age:          51 years</a:t>
            </a:r>
          </a:p>
          <a:p>
            <a:pPr marL="171450" indent="-171450">
              <a:buFont typeface="Consolas" panose="020B0609020204030204" pitchFamily="49" charset="0"/>
              <a:buChar char="›"/>
            </a:pPr>
            <a:r>
              <a:rPr lang="en-US" sz="1000" dirty="0">
                <a:latin typeface="Consolas" panose="020B0609020204030204" pitchFamily="49" charset="0"/>
              </a:rPr>
              <a:t>  weight:       100.0 kg</a:t>
            </a:r>
          </a:p>
          <a:p>
            <a:pPr marL="171450" indent="-171450">
              <a:buFont typeface="Consolas" panose="020B0609020204030204" pitchFamily="49" charset="0"/>
              <a:buChar char="›"/>
            </a:pPr>
            <a:r>
              <a:rPr lang="en-US" sz="1000" dirty="0">
                <a:latin typeface="Consolas" panose="020B0609020204030204" pitchFamily="49" charset="0"/>
              </a:rPr>
              <a:t>  height:       1.30 m</a:t>
            </a:r>
            <a:endParaRPr lang="en-DK" sz="1000" dirty="0">
              <a:latin typeface="Consolas" panose="020B0609020204030204" pitchFamily="49" charset="0"/>
            </a:endParaRPr>
          </a:p>
        </p:txBody>
      </p:sp>
    </p:spTree>
    <p:extLst>
      <p:ext uri="{BB962C8B-B14F-4D97-AF65-F5344CB8AC3E}">
        <p14:creationId xmlns:p14="http://schemas.microsoft.com/office/powerpoint/2010/main" val="19724792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BA527-7767-B9FD-B832-3160D8B95A1D}"/>
              </a:ext>
            </a:extLst>
          </p:cNvPr>
          <p:cNvSpPr>
            <a:spLocks noGrp="1"/>
          </p:cNvSpPr>
          <p:nvPr>
            <p:ph type="title"/>
          </p:nvPr>
        </p:nvSpPr>
        <p:spPr>
          <a:xfrm>
            <a:off x="587374" y="370290"/>
            <a:ext cx="8918765" cy="1474385"/>
          </a:xfrm>
        </p:spPr>
        <p:txBody>
          <a:bodyPr/>
          <a:lstStyle/>
          <a:p>
            <a:r>
              <a:rPr lang="en-US" dirty="0" err="1"/>
              <a:t>Beregn</a:t>
            </a:r>
            <a:r>
              <a:rPr lang="en-US" dirty="0"/>
              <a:t> L</a:t>
            </a:r>
            <a:r>
              <a:rPr lang="da-DK" dirty="0" err="1"/>
              <a:t>ængde</a:t>
            </a:r>
            <a:r>
              <a:rPr lang="da-DK" dirty="0"/>
              <a:t> af array! </a:t>
            </a:r>
            <a:br>
              <a:rPr lang="da-DK" dirty="0"/>
            </a:br>
            <a:r>
              <a:rPr lang="da-DK" dirty="0"/>
              <a:t>(Gælder kun </a:t>
            </a:r>
            <a:r>
              <a:rPr lang="da-DK" dirty="0" err="1"/>
              <a:t>stack-allocated</a:t>
            </a:r>
            <a:r>
              <a:rPr lang="da-DK" dirty="0"/>
              <a:t>!)</a:t>
            </a:r>
          </a:p>
        </p:txBody>
      </p:sp>
      <p:sp>
        <p:nvSpPr>
          <p:cNvPr id="5" name="TextBox 4">
            <a:extLst>
              <a:ext uri="{FF2B5EF4-FFF2-40B4-BE49-F238E27FC236}">
                <a16:creationId xmlns:a16="http://schemas.microsoft.com/office/drawing/2014/main" id="{AC96E34F-0AAF-B425-D454-6BABEF979177}"/>
              </a:ext>
            </a:extLst>
          </p:cNvPr>
          <p:cNvSpPr txBox="1"/>
          <p:nvPr/>
        </p:nvSpPr>
        <p:spPr>
          <a:xfrm>
            <a:off x="344032" y="2659706"/>
            <a:ext cx="10375271" cy="1004506"/>
          </a:xfrm>
          <a:prstGeom prst="rect">
            <a:avLst/>
          </a:prstGeom>
          <a:noFill/>
        </p:spPr>
        <p:txBody>
          <a:bodyPr wrap="square">
            <a:spAutoFit/>
          </a:bodyPr>
          <a:lstStyle/>
          <a:p>
            <a:pPr>
              <a:lnSpc>
                <a:spcPts val="1425"/>
              </a:lnSpc>
              <a:buNone/>
            </a:pPr>
            <a:r>
              <a:rPr lang="en-US" b="0" dirty="0">
                <a:solidFill>
                  <a:srgbClr val="0000FF"/>
                </a:solidFill>
                <a:effectLst/>
                <a:latin typeface="Consolas" panose="020B0609020204030204" pitchFamily="49" charset="0"/>
              </a:rPr>
              <a:t>char</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array</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'a'</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'r'</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't'</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'i'</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'n'</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a:solidFill>
                  <a:srgbClr val="EE0000"/>
                </a:solidFill>
                <a:effectLst/>
                <a:latin typeface="Consolas" panose="020B0609020204030204" pitchFamily="49" charset="0"/>
              </a:rPr>
              <a:t>\0</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lnSpc>
                <a:spcPts val="1425"/>
              </a:lnSpc>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lnSpc>
                <a:spcPts val="1425"/>
              </a:lnSpc>
              <a:buNone/>
            </a:pPr>
            <a:r>
              <a:rPr lang="en-US" b="0" dirty="0">
                <a:solidFill>
                  <a:srgbClr val="3B3B3B"/>
                </a:solidFill>
                <a:effectLst/>
                <a:latin typeface="Consolas" panose="020B0609020204030204" pitchFamily="49" charset="0"/>
              </a:rPr>
              <a:t>    </a:t>
            </a:r>
            <a:r>
              <a:rPr lang="en-US" b="0" dirty="0">
                <a:solidFill>
                  <a:srgbClr val="008000"/>
                </a:solidFill>
                <a:effectLst/>
                <a:latin typeface="Consolas" panose="020B0609020204030204" pitchFamily="49" charset="0"/>
              </a:rPr>
              <a:t>// How to calculate the length of an array (IF STACK ALLOCATED!!!!!)</a:t>
            </a:r>
            <a:endParaRPr lang="en-US" b="0" dirty="0">
              <a:solidFill>
                <a:srgbClr val="3B3B3B"/>
              </a:solidFill>
              <a:effectLst/>
              <a:latin typeface="Consolas" panose="020B0609020204030204" pitchFamily="49" charset="0"/>
            </a:endParaRPr>
          </a:p>
          <a:p>
            <a:pPr>
              <a:lnSpc>
                <a:spcPts val="1425"/>
              </a:lnSpc>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lenth_of_array</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0000FF"/>
                </a:solidFill>
                <a:effectLst/>
                <a:latin typeface="Consolas" panose="020B0609020204030204" pitchFamily="49" charset="0"/>
              </a:rPr>
              <a:t>sizeof</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array</a:t>
            </a:r>
            <a:r>
              <a:rPr lang="en-US" b="0" dirty="0">
                <a:solidFill>
                  <a:srgbClr val="3B3B3B"/>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err="1">
                <a:solidFill>
                  <a:srgbClr val="0000FF"/>
                </a:solidFill>
                <a:effectLst/>
                <a:latin typeface="Consolas" panose="020B0609020204030204" pitchFamily="49" charset="0"/>
              </a:rPr>
              <a:t>sizeof</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array</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3B3B3B"/>
                </a:solidFill>
                <a:effectLst/>
                <a:latin typeface="Consolas" panose="020B0609020204030204" pitchFamily="49" charset="0"/>
              </a:rPr>
              <a:t>]);</a:t>
            </a:r>
          </a:p>
        </p:txBody>
      </p:sp>
    </p:spTree>
    <p:extLst>
      <p:ext uri="{BB962C8B-B14F-4D97-AF65-F5344CB8AC3E}">
        <p14:creationId xmlns:p14="http://schemas.microsoft.com/office/powerpoint/2010/main" val="21753673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7720047" cy="3752115"/>
          </a:xfrm>
        </p:spPr>
        <p:txBody>
          <a:bodyPr>
            <a:normAutofit/>
          </a:bodyPr>
          <a:lstStyle/>
          <a:p>
            <a:pPr marL="0" indent="0">
              <a:buNone/>
            </a:pPr>
            <a:r>
              <a:rPr lang="da-DK" sz="1400" dirty="0">
                <a:latin typeface="Consolas" panose="020B0609020204030204" pitchFamily="49" charset="0"/>
              </a:rPr>
              <a:t>Arrays og pointers</a:t>
            </a:r>
          </a:p>
          <a:p>
            <a:endParaRPr lang="da-DK" sz="1400" dirty="0">
              <a:latin typeface="Consolas" panose="020B0609020204030204" pitchFamily="49" charset="0"/>
            </a:endParaRPr>
          </a:p>
          <a:p>
            <a:r>
              <a:rPr lang="da-DK" sz="1400" dirty="0">
                <a:latin typeface="Consolas" panose="020B0609020204030204" pitchFamily="49" charset="0"/>
              </a:rPr>
              <a:t>Arrays og hukommelse</a:t>
            </a:r>
          </a:p>
          <a:p>
            <a:r>
              <a:rPr lang="da-DK" sz="1400" b="1" dirty="0">
                <a:latin typeface="Consolas" panose="020B0609020204030204" pitchFamily="49" charset="0"/>
              </a:rPr>
              <a:t>N-</a:t>
            </a:r>
            <a:r>
              <a:rPr lang="da-DK" sz="1400" b="1" dirty="0" err="1">
                <a:latin typeface="Consolas" panose="020B0609020204030204" pitchFamily="49" charset="0"/>
              </a:rPr>
              <a:t>Dimentionelle</a:t>
            </a:r>
            <a:r>
              <a:rPr lang="da-DK" sz="1400" b="1" dirty="0"/>
              <a:t> Arrays</a:t>
            </a:r>
            <a:endParaRPr lang="da-DK" sz="1400" b="1" dirty="0">
              <a:latin typeface="Consolas" panose="020B0609020204030204" pitchFamily="49" charset="0"/>
            </a:endParaRPr>
          </a:p>
          <a:p>
            <a:r>
              <a:rPr lang="da-DK" sz="1400" dirty="0" err="1"/>
              <a:t>stack</a:t>
            </a:r>
            <a:r>
              <a:rPr lang="da-DK" sz="1400" dirty="0"/>
              <a:t> og </a:t>
            </a:r>
            <a:r>
              <a:rPr lang="da-DK" sz="1400" dirty="0" err="1"/>
              <a:t>heap</a:t>
            </a:r>
            <a:endParaRPr lang="da-DK" sz="1400" dirty="0"/>
          </a:p>
          <a:p>
            <a:r>
              <a:rPr lang="da-DK" sz="1400" dirty="0"/>
              <a:t>Pointers og hukommelse</a:t>
            </a:r>
          </a:p>
          <a:p>
            <a:r>
              <a:rPr lang="da-DK" sz="1400" dirty="0">
                <a:latin typeface="Consolas" panose="020B0609020204030204" pitchFamily="49" charset="0"/>
              </a:rPr>
              <a:t>Sammenhænget mellem array</a:t>
            </a:r>
            <a:r>
              <a:rPr lang="da-DK" sz="1400" dirty="0"/>
              <a:t>s og pointers</a:t>
            </a:r>
          </a:p>
          <a:p>
            <a:endParaRPr lang="da-DK" sz="1400" dirty="0">
              <a:latin typeface="Consolas" panose="020B0609020204030204" pitchFamily="49" charset="0"/>
            </a:endParaRPr>
          </a:p>
          <a:p>
            <a:endParaRPr lang="da-DK" sz="1400" dirty="0"/>
          </a:p>
          <a:p>
            <a:endParaRPr lang="da-DK" sz="1400" dirty="0"/>
          </a:p>
          <a:p>
            <a:endParaRPr lang="en-DK" sz="1400"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3579297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1C844DB-A8D7-020C-0878-E18AA028B6CD}"/>
              </a:ext>
            </a:extLst>
          </p:cNvPr>
          <p:cNvSpPr>
            <a:spLocks noGrp="1"/>
          </p:cNvSpPr>
          <p:nvPr>
            <p:ph type="title"/>
          </p:nvPr>
        </p:nvSpPr>
        <p:spPr>
          <a:xfrm>
            <a:off x="587374" y="359273"/>
            <a:ext cx="6720206" cy="1621619"/>
          </a:xfrm>
        </p:spPr>
        <p:txBody>
          <a:bodyPr/>
          <a:lstStyle/>
          <a:p>
            <a:r>
              <a:rPr lang="da-DK" dirty="0"/>
              <a:t>Hvordan gør man?</a:t>
            </a:r>
            <a:endParaRPr lang="en-DK" dirty="0"/>
          </a:p>
        </p:txBody>
      </p:sp>
      <p:sp>
        <p:nvSpPr>
          <p:cNvPr id="5" name="Text Placeholder 4">
            <a:extLst>
              <a:ext uri="{FF2B5EF4-FFF2-40B4-BE49-F238E27FC236}">
                <a16:creationId xmlns:a16="http://schemas.microsoft.com/office/drawing/2014/main" id="{319AF631-2CB8-1B87-E2C2-181A21586518}"/>
              </a:ext>
            </a:extLst>
          </p:cNvPr>
          <p:cNvSpPr>
            <a:spLocks noGrp="1"/>
          </p:cNvSpPr>
          <p:nvPr>
            <p:ph type="body" sz="quarter" idx="12"/>
          </p:nvPr>
        </p:nvSpPr>
        <p:spPr>
          <a:xfrm>
            <a:off x="587375" y="2143359"/>
            <a:ext cx="10149205" cy="3752115"/>
          </a:xfrm>
        </p:spPr>
        <p:txBody>
          <a:bodyPr/>
          <a:lstStyle/>
          <a:p>
            <a:r>
              <a:rPr lang="da-DK" dirty="0"/>
              <a:t>Lagring af data er sekventielt</a:t>
            </a:r>
          </a:p>
          <a:p>
            <a:r>
              <a:rPr lang="da-DK" dirty="0"/>
              <a:t>C er bygget på at DU ved hvordan du benytter hukommelsen (til en hvis grad)</a:t>
            </a:r>
            <a:endParaRPr lang="en-DK" dirty="0"/>
          </a:p>
        </p:txBody>
      </p:sp>
      <p:sp>
        <p:nvSpPr>
          <p:cNvPr id="7" name="TextBox 6">
            <a:extLst>
              <a:ext uri="{FF2B5EF4-FFF2-40B4-BE49-F238E27FC236}">
                <a16:creationId xmlns:a16="http://schemas.microsoft.com/office/drawing/2014/main" id="{46E668BC-45AA-AD36-D3A2-2E9E795B5B0C}"/>
              </a:ext>
            </a:extLst>
          </p:cNvPr>
          <p:cNvSpPr txBox="1"/>
          <p:nvPr/>
        </p:nvSpPr>
        <p:spPr>
          <a:xfrm>
            <a:off x="1455420" y="2788241"/>
            <a:ext cx="8909351" cy="2585323"/>
          </a:xfrm>
          <a:prstGeom prst="rect">
            <a:avLst/>
          </a:prstGeom>
          <a:solidFill>
            <a:schemeClr val="bg1">
              <a:lumMod val="95000"/>
            </a:schemeClr>
          </a:solidFill>
        </p:spPr>
        <p:txBody>
          <a:bodyPr wrap="square">
            <a:spAutoFit/>
          </a:bodyPr>
          <a:lstStyle/>
          <a:p>
            <a:pPr marL="342900" indent="-342900">
              <a:buFont typeface="+mj-lt"/>
              <a:buAutoNum type="arabicPeriod"/>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myArray1</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7</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99</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14</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marL="342900" indent="-342900">
              <a:buFont typeface="+mj-lt"/>
              <a:buAutoNum type="arabicPeriod"/>
            </a:pPr>
            <a:r>
              <a:rPr lang="en-US" dirty="0">
                <a:solidFill>
                  <a:srgbClr val="000000"/>
                </a:solidFill>
                <a:latin typeface="Consolas" panose="020B0609020204030204" pitchFamily="49" charset="0"/>
              </a:rPr>
              <a:t> </a:t>
            </a:r>
            <a:endParaRPr lang="en-US" b="0" dirty="0">
              <a:solidFill>
                <a:srgbClr val="000000"/>
              </a:solidFill>
              <a:effectLst/>
              <a:latin typeface="Consolas" panose="020B0609020204030204" pitchFamily="49" charset="0"/>
            </a:endParaRP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myArray2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7</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99</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14</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pPr marL="342900" indent="-342900">
              <a:buFont typeface="+mj-lt"/>
              <a:buAutoNum type="arabicPeriod"/>
            </a:pPr>
            <a:r>
              <a:rPr lang="en-US" dirty="0">
                <a:solidFill>
                  <a:srgbClr val="000000"/>
                </a:solidFill>
                <a:latin typeface="Consolas" panose="020B0609020204030204" pitchFamily="49" charset="0"/>
              </a:rPr>
              <a:t> </a:t>
            </a:r>
            <a:endParaRPr lang="en-US" b="0" dirty="0">
              <a:solidFill>
                <a:srgbClr val="000000"/>
              </a:solidFill>
              <a:effectLst/>
              <a:latin typeface="Consolas" panose="020B0609020204030204" pitchFamily="49" charset="0"/>
            </a:endParaRP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myArray3</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 {  	{</a:t>
            </a:r>
            <a:r>
              <a:rPr lang="en-US" b="0" dirty="0">
                <a:solidFill>
                  <a:srgbClr val="098658"/>
                </a:solidFill>
                <a:effectLst/>
                <a:latin typeface="Consolas" panose="020B0609020204030204" pitchFamily="49" charset="0"/>
              </a:rPr>
              <a:t>7</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15</a:t>
            </a:r>
            <a:r>
              <a:rPr lang="en-US" b="0" dirty="0">
                <a:solidFill>
                  <a:srgbClr val="000000"/>
                </a:solidFill>
                <a:effectLst/>
                <a:latin typeface="Consolas" panose="020B0609020204030204" pitchFamily="49" charset="0"/>
              </a:rPr>
              <a:t>}    </a:t>
            </a:r>
          </a:p>
          <a:p>
            <a:pPr marL="342900" indent="-342900">
              <a:buFont typeface="+mj-lt"/>
              <a:buAutoNum type="arabicPeriod"/>
            </a:pPr>
            <a:r>
              <a:rPr lang="en-US" dirty="0">
                <a:solidFill>
                  <a:srgbClr val="000000"/>
                </a:solidFill>
                <a:latin typeface="Consolas" panose="020B0609020204030204" pitchFamily="49" charset="0"/>
              </a:rPr>
              <a:t> 				 ,	</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99</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14</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p>
          <a:p>
            <a:pPr marL="342900" indent="-342900">
              <a:buFont typeface="+mj-lt"/>
              <a:buAutoNum type="arabicPeriod"/>
            </a:pPr>
            <a:r>
              <a:rPr lang="en-US" dirty="0">
                <a:solidFill>
                  <a:srgbClr val="000000"/>
                </a:solidFill>
                <a:latin typeface="Consolas" panose="020B0609020204030204" pitchFamily="49" charset="0"/>
              </a:rPr>
              <a:t>}</a:t>
            </a: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753204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Billede 5">
            <a:extLst>
              <a:ext uri="{FF2B5EF4-FFF2-40B4-BE49-F238E27FC236}">
                <a16:creationId xmlns:a16="http://schemas.microsoft.com/office/drawing/2014/main" id="{9FAB50A2-674A-4F0C-89DE-DC33302E0BFC}"/>
              </a:ext>
            </a:extLst>
          </p:cNvPr>
          <p:cNvPicPr>
            <a:picLocks noChangeAspect="1"/>
          </p:cNvPicPr>
          <p:nvPr/>
        </p:nvPicPr>
        <p:blipFill>
          <a:blip r:embed="rId2"/>
          <a:stretch>
            <a:fillRect/>
          </a:stretch>
        </p:blipFill>
        <p:spPr>
          <a:xfrm>
            <a:off x="1932350" y="1086948"/>
            <a:ext cx="8327300" cy="4684105"/>
          </a:xfrm>
          <a:prstGeom prst="rect">
            <a:avLst/>
          </a:prstGeom>
        </p:spPr>
      </p:pic>
      <p:sp>
        <p:nvSpPr>
          <p:cNvPr id="7" name="Titel 2">
            <a:extLst>
              <a:ext uri="{FF2B5EF4-FFF2-40B4-BE49-F238E27FC236}">
                <a16:creationId xmlns:a16="http://schemas.microsoft.com/office/drawing/2014/main" id="{DA718C07-A405-4B27-AA9B-2B3D3DCB0A6B}"/>
              </a:ext>
            </a:extLst>
          </p:cNvPr>
          <p:cNvSpPr>
            <a:spLocks noGrp="1"/>
          </p:cNvSpPr>
          <p:nvPr>
            <p:ph type="title"/>
          </p:nvPr>
        </p:nvSpPr>
        <p:spPr>
          <a:xfrm>
            <a:off x="587374" y="369888"/>
            <a:ext cx="6739255" cy="1474787"/>
          </a:xfrm>
        </p:spPr>
        <p:txBody>
          <a:bodyPr/>
          <a:lstStyle/>
          <a:p>
            <a:r>
              <a:rPr lang="da-DK" dirty="0"/>
              <a:t>2D Arrays</a:t>
            </a:r>
          </a:p>
        </p:txBody>
      </p:sp>
      <p:sp>
        <p:nvSpPr>
          <p:cNvPr id="3" name="Rectangle 2">
            <a:extLst>
              <a:ext uri="{FF2B5EF4-FFF2-40B4-BE49-F238E27FC236}">
                <a16:creationId xmlns:a16="http://schemas.microsoft.com/office/drawing/2014/main" id="{32B6E468-1013-7A45-F3C6-ABB5A04D13F5}"/>
              </a:ext>
            </a:extLst>
          </p:cNvPr>
          <p:cNvSpPr/>
          <p:nvPr/>
        </p:nvSpPr>
        <p:spPr>
          <a:xfrm>
            <a:off x="4729962" y="2938130"/>
            <a:ext cx="3806819" cy="1412414"/>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554675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Billede 5">
            <a:extLst>
              <a:ext uri="{FF2B5EF4-FFF2-40B4-BE49-F238E27FC236}">
                <a16:creationId xmlns:a16="http://schemas.microsoft.com/office/drawing/2014/main" id="{1BF0707D-D71B-4814-A1F6-A1225CBBEA64}"/>
              </a:ext>
            </a:extLst>
          </p:cNvPr>
          <p:cNvPicPr>
            <a:picLocks noChangeAspect="1"/>
          </p:cNvPicPr>
          <p:nvPr/>
        </p:nvPicPr>
        <p:blipFill>
          <a:blip r:embed="rId3"/>
          <a:stretch>
            <a:fillRect/>
          </a:stretch>
        </p:blipFill>
        <p:spPr>
          <a:xfrm>
            <a:off x="1932350" y="1666981"/>
            <a:ext cx="8327300" cy="4066963"/>
          </a:xfrm>
          <a:prstGeom prst="rect">
            <a:avLst/>
          </a:prstGeom>
        </p:spPr>
      </p:pic>
      <p:sp>
        <p:nvSpPr>
          <p:cNvPr id="10" name="Titel 2">
            <a:extLst>
              <a:ext uri="{FF2B5EF4-FFF2-40B4-BE49-F238E27FC236}">
                <a16:creationId xmlns:a16="http://schemas.microsoft.com/office/drawing/2014/main" id="{A54E10D0-7CC2-44B7-AFA3-FD3CC992F70E}"/>
              </a:ext>
            </a:extLst>
          </p:cNvPr>
          <p:cNvSpPr>
            <a:spLocks noGrp="1"/>
          </p:cNvSpPr>
          <p:nvPr>
            <p:ph type="title"/>
          </p:nvPr>
        </p:nvSpPr>
        <p:spPr>
          <a:xfrm>
            <a:off x="587374" y="369888"/>
            <a:ext cx="10865486" cy="1474787"/>
          </a:xfrm>
        </p:spPr>
        <p:txBody>
          <a:bodyPr/>
          <a:lstStyle/>
          <a:p>
            <a:r>
              <a:rPr lang="da-DK" dirty="0" err="1"/>
              <a:t>Initialisering</a:t>
            </a:r>
            <a:r>
              <a:rPr lang="da-DK" dirty="0"/>
              <a:t> af arrays med 2 dimensioner</a:t>
            </a:r>
          </a:p>
        </p:txBody>
      </p:sp>
    </p:spTree>
    <p:extLst>
      <p:ext uri="{BB962C8B-B14F-4D97-AF65-F5344CB8AC3E}">
        <p14:creationId xmlns:p14="http://schemas.microsoft.com/office/powerpoint/2010/main" val="13787283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Billede 5">
            <a:extLst>
              <a:ext uri="{FF2B5EF4-FFF2-40B4-BE49-F238E27FC236}">
                <a16:creationId xmlns:a16="http://schemas.microsoft.com/office/drawing/2014/main" id="{C39A1A22-D58E-4965-9B9A-E9419E4E3366}"/>
              </a:ext>
            </a:extLst>
          </p:cNvPr>
          <p:cNvPicPr>
            <a:picLocks noChangeAspect="1"/>
          </p:cNvPicPr>
          <p:nvPr/>
        </p:nvPicPr>
        <p:blipFill>
          <a:blip r:embed="rId2"/>
          <a:stretch>
            <a:fillRect/>
          </a:stretch>
        </p:blipFill>
        <p:spPr>
          <a:xfrm>
            <a:off x="1947387" y="1086948"/>
            <a:ext cx="8297224" cy="4684105"/>
          </a:xfrm>
          <a:prstGeom prst="rect">
            <a:avLst/>
          </a:prstGeom>
        </p:spPr>
      </p:pic>
      <p:sp>
        <p:nvSpPr>
          <p:cNvPr id="7" name="Titel 2">
            <a:extLst>
              <a:ext uri="{FF2B5EF4-FFF2-40B4-BE49-F238E27FC236}">
                <a16:creationId xmlns:a16="http://schemas.microsoft.com/office/drawing/2014/main" id="{47F09B88-7836-48FA-8D06-AD0882648DA8}"/>
              </a:ext>
            </a:extLst>
          </p:cNvPr>
          <p:cNvSpPr>
            <a:spLocks noGrp="1"/>
          </p:cNvSpPr>
          <p:nvPr>
            <p:ph type="title"/>
          </p:nvPr>
        </p:nvSpPr>
        <p:spPr>
          <a:xfrm>
            <a:off x="587374" y="369888"/>
            <a:ext cx="8408036" cy="1474787"/>
          </a:xfrm>
        </p:spPr>
        <p:txBody>
          <a:bodyPr/>
          <a:lstStyle/>
          <a:p>
            <a:r>
              <a:rPr lang="da-DK" dirty="0"/>
              <a:t>3D+ Arrays</a:t>
            </a:r>
          </a:p>
        </p:txBody>
      </p:sp>
    </p:spTree>
    <p:extLst>
      <p:ext uri="{BB962C8B-B14F-4D97-AF65-F5344CB8AC3E}">
        <p14:creationId xmlns:p14="http://schemas.microsoft.com/office/powerpoint/2010/main" val="9512113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3594D6-FB45-022A-8292-F8C21AF7A67F}"/>
              </a:ext>
            </a:extLst>
          </p:cNvPr>
          <p:cNvSpPr>
            <a:spLocks noGrp="1"/>
          </p:cNvSpPr>
          <p:nvPr>
            <p:ph type="title"/>
          </p:nvPr>
        </p:nvSpPr>
        <p:spPr/>
        <p:txBody>
          <a:bodyPr/>
          <a:lstStyle/>
          <a:p>
            <a:r>
              <a:rPr lang="da-DK" dirty="0"/>
              <a:t>Vis 2D array IRL</a:t>
            </a:r>
          </a:p>
        </p:txBody>
      </p:sp>
      <p:sp>
        <p:nvSpPr>
          <p:cNvPr id="4" name="Text Placeholder 3">
            <a:extLst>
              <a:ext uri="{FF2B5EF4-FFF2-40B4-BE49-F238E27FC236}">
                <a16:creationId xmlns:a16="http://schemas.microsoft.com/office/drawing/2014/main" id="{E4CD36F8-2F63-0EA1-AAA8-F4379E7DC8B0}"/>
              </a:ext>
            </a:extLst>
          </p:cNvPr>
          <p:cNvSpPr>
            <a:spLocks noGrp="1"/>
          </p:cNvSpPr>
          <p:nvPr>
            <p:ph type="body" sz="quarter" idx="12"/>
          </p:nvPr>
        </p:nvSpPr>
        <p:spPr/>
        <p:txBody>
          <a:bodyPr/>
          <a:lstStyle/>
          <a:p>
            <a:r>
              <a:rPr lang="en-US" dirty="0"/>
              <a:t>Eksempel: H</a:t>
            </a:r>
            <a:r>
              <a:rPr lang="da-DK" dirty="0" err="1"/>
              <a:t>ønsenes</a:t>
            </a:r>
            <a:r>
              <a:rPr lang="da-DK" dirty="0"/>
              <a:t> vægt ved fødsel og efter 2 måneder.</a:t>
            </a:r>
          </a:p>
        </p:txBody>
      </p:sp>
    </p:spTree>
    <p:extLst>
      <p:ext uri="{BB962C8B-B14F-4D97-AF65-F5344CB8AC3E}">
        <p14:creationId xmlns:p14="http://schemas.microsoft.com/office/powerpoint/2010/main" val="33036866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7720047" cy="3752115"/>
          </a:xfrm>
        </p:spPr>
        <p:txBody>
          <a:bodyPr>
            <a:normAutofit/>
          </a:bodyPr>
          <a:lstStyle/>
          <a:p>
            <a:pPr marL="0" indent="0">
              <a:buNone/>
            </a:pPr>
            <a:r>
              <a:rPr lang="da-DK" sz="1400" dirty="0">
                <a:latin typeface="Consolas" panose="020B0609020204030204" pitchFamily="49" charset="0"/>
              </a:rPr>
              <a:t>Arrays og pointers</a:t>
            </a:r>
          </a:p>
          <a:p>
            <a:endParaRPr lang="da-DK" sz="1400" dirty="0">
              <a:latin typeface="Consolas" panose="020B0609020204030204" pitchFamily="49" charset="0"/>
            </a:endParaRPr>
          </a:p>
          <a:p>
            <a:r>
              <a:rPr lang="da-DK" sz="1400" dirty="0">
                <a:latin typeface="Consolas" panose="020B0609020204030204" pitchFamily="49" charset="0"/>
              </a:rPr>
              <a:t>Arrays og hukommelse</a:t>
            </a:r>
          </a:p>
          <a:p>
            <a:r>
              <a:rPr lang="da-DK" sz="1400" dirty="0">
                <a:latin typeface="Consolas" panose="020B0609020204030204" pitchFamily="49" charset="0"/>
              </a:rPr>
              <a:t>N-</a:t>
            </a:r>
            <a:r>
              <a:rPr lang="da-DK" sz="1400" dirty="0" err="1">
                <a:latin typeface="Consolas" panose="020B0609020204030204" pitchFamily="49" charset="0"/>
              </a:rPr>
              <a:t>Dimentionelle</a:t>
            </a:r>
            <a:r>
              <a:rPr lang="da-DK" sz="1400" dirty="0"/>
              <a:t> Arrays</a:t>
            </a:r>
            <a:endParaRPr lang="da-DK" sz="1400" dirty="0">
              <a:latin typeface="Consolas" panose="020B0609020204030204" pitchFamily="49" charset="0"/>
            </a:endParaRPr>
          </a:p>
          <a:p>
            <a:r>
              <a:rPr lang="da-DK" sz="1400" b="1" dirty="0" err="1"/>
              <a:t>Stack</a:t>
            </a:r>
            <a:r>
              <a:rPr lang="da-DK" sz="1400" b="1" dirty="0"/>
              <a:t> og </a:t>
            </a:r>
            <a:r>
              <a:rPr lang="da-DK" sz="1400" b="1" dirty="0" err="1"/>
              <a:t>heap</a:t>
            </a:r>
            <a:endParaRPr lang="da-DK" sz="1400" b="1" dirty="0"/>
          </a:p>
          <a:p>
            <a:r>
              <a:rPr lang="da-DK" sz="1400" dirty="0"/>
              <a:t>Pointers og hukommelse</a:t>
            </a:r>
          </a:p>
          <a:p>
            <a:r>
              <a:rPr lang="da-DK" sz="1400" dirty="0">
                <a:latin typeface="Consolas" panose="020B0609020204030204" pitchFamily="49" charset="0"/>
              </a:rPr>
              <a:t>Sammenhænget mellem array</a:t>
            </a:r>
            <a:r>
              <a:rPr lang="da-DK" sz="1400" dirty="0"/>
              <a:t>s og pointers</a:t>
            </a:r>
          </a:p>
          <a:p>
            <a:endParaRPr lang="da-DK" sz="1400" dirty="0">
              <a:latin typeface="Consolas" panose="020B0609020204030204" pitchFamily="49" charset="0"/>
            </a:endParaRPr>
          </a:p>
          <a:p>
            <a:endParaRPr lang="da-DK" sz="1400" dirty="0"/>
          </a:p>
          <a:p>
            <a:endParaRPr lang="da-DK" sz="1400" dirty="0"/>
          </a:p>
          <a:p>
            <a:endParaRPr lang="en-DK" sz="1400"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345174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095A321-6812-449D-B50C-86B4415F895D}"/>
              </a:ext>
            </a:extLst>
          </p:cNvPr>
          <p:cNvSpPr>
            <a:spLocks noGrp="1"/>
          </p:cNvSpPr>
          <p:nvPr>
            <p:ph type="title"/>
          </p:nvPr>
        </p:nvSpPr>
        <p:spPr>
          <a:xfrm>
            <a:off x="587374" y="370290"/>
            <a:ext cx="7150736" cy="1474385"/>
          </a:xfrm>
        </p:spPr>
        <p:txBody>
          <a:bodyPr/>
          <a:lstStyle/>
          <a:p>
            <a:r>
              <a:rPr lang="da-DK" dirty="0"/>
              <a:t>Statisk Memory (</a:t>
            </a:r>
            <a:r>
              <a:rPr lang="da-DK" dirty="0" err="1"/>
              <a:t>stack</a:t>
            </a:r>
            <a:r>
              <a:rPr lang="da-DK" dirty="0"/>
              <a:t>) </a:t>
            </a:r>
            <a:r>
              <a:rPr lang="da-DK" dirty="0" err="1"/>
              <a:t>Allocation</a:t>
            </a:r>
            <a:endParaRPr lang="da-DK" dirty="0"/>
          </a:p>
        </p:txBody>
      </p:sp>
      <p:pic>
        <p:nvPicPr>
          <p:cNvPr id="6" name="Billede 5">
            <a:extLst>
              <a:ext uri="{FF2B5EF4-FFF2-40B4-BE49-F238E27FC236}">
                <a16:creationId xmlns:a16="http://schemas.microsoft.com/office/drawing/2014/main" id="{4730B8B8-4E0A-4931-BA9E-A9210A67667B}"/>
              </a:ext>
            </a:extLst>
          </p:cNvPr>
          <p:cNvPicPr>
            <a:picLocks noChangeAspect="1"/>
          </p:cNvPicPr>
          <p:nvPr/>
        </p:nvPicPr>
        <p:blipFill rotWithShape="1">
          <a:blip r:embed="rId2"/>
          <a:srcRect l="10343" t="19668" r="4612"/>
          <a:stretch/>
        </p:blipFill>
        <p:spPr>
          <a:xfrm>
            <a:off x="587374" y="1107482"/>
            <a:ext cx="8538210" cy="4552990"/>
          </a:xfrm>
          <a:prstGeom prst="rect">
            <a:avLst/>
          </a:prstGeom>
        </p:spPr>
      </p:pic>
      <p:sp>
        <p:nvSpPr>
          <p:cNvPr id="8" name="Tekstfelt 7">
            <a:extLst>
              <a:ext uri="{FF2B5EF4-FFF2-40B4-BE49-F238E27FC236}">
                <a16:creationId xmlns:a16="http://schemas.microsoft.com/office/drawing/2014/main" id="{254D62F6-C0DC-4724-B0F4-7DEA79423D70}"/>
              </a:ext>
            </a:extLst>
          </p:cNvPr>
          <p:cNvSpPr txBox="1"/>
          <p:nvPr/>
        </p:nvSpPr>
        <p:spPr>
          <a:xfrm>
            <a:off x="7116605" y="4496437"/>
            <a:ext cx="3900110" cy="646331"/>
          </a:xfrm>
          <a:prstGeom prst="rect">
            <a:avLst/>
          </a:prstGeom>
          <a:solidFill>
            <a:schemeClr val="bg1">
              <a:lumMod val="95000"/>
            </a:schemeClr>
          </a:solidFill>
        </p:spPr>
        <p:txBody>
          <a:bodyPr wrap="square">
            <a:spAutoFit/>
          </a:bodyPr>
          <a:lstStyle/>
          <a:p>
            <a:r>
              <a:rPr lang="da-DK" b="1" dirty="0" err="1">
                <a:latin typeface="Consolas" panose="020B0609020204030204" pitchFamily="49" charset="0"/>
              </a:rPr>
              <a:t>Example</a:t>
            </a:r>
            <a:r>
              <a:rPr lang="da-DK" b="1" dirty="0">
                <a:latin typeface="Consolas" panose="020B0609020204030204" pitchFamily="49" charset="0"/>
              </a:rPr>
              <a:t>:</a:t>
            </a:r>
          </a:p>
          <a:p>
            <a:pPr marL="342900" indent="-342900">
              <a:buFont typeface="+mj-lt"/>
              <a:buAutoNum type="arabicPeriod"/>
            </a:pPr>
            <a:r>
              <a:rPr lang="da-DK" dirty="0">
                <a:latin typeface="Consolas" panose="020B0609020204030204" pitchFamily="49" charset="0"/>
              </a:rPr>
              <a:t>Int </a:t>
            </a:r>
            <a:r>
              <a:rPr lang="da-DK" dirty="0" err="1">
                <a:latin typeface="Consolas" panose="020B0609020204030204" pitchFamily="49" charset="0"/>
              </a:rPr>
              <a:t>my_array</a:t>
            </a:r>
            <a:r>
              <a:rPr lang="da-DK" dirty="0">
                <a:latin typeface="Consolas" panose="020B0609020204030204" pitchFamily="49" charset="0"/>
              </a:rPr>
              <a:t>[3] = {1,2,3};</a:t>
            </a:r>
          </a:p>
        </p:txBody>
      </p:sp>
    </p:spTree>
    <p:extLst>
      <p:ext uri="{BB962C8B-B14F-4D97-AF65-F5344CB8AC3E}">
        <p14:creationId xmlns:p14="http://schemas.microsoft.com/office/powerpoint/2010/main" val="37570635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Billede 5">
            <a:extLst>
              <a:ext uri="{FF2B5EF4-FFF2-40B4-BE49-F238E27FC236}">
                <a16:creationId xmlns:a16="http://schemas.microsoft.com/office/drawing/2014/main" id="{F25CD9C6-5CC7-498A-A977-EAC0AF1D005A}"/>
              </a:ext>
            </a:extLst>
          </p:cNvPr>
          <p:cNvPicPr>
            <a:picLocks noChangeAspect="1"/>
          </p:cNvPicPr>
          <p:nvPr/>
        </p:nvPicPr>
        <p:blipFill rotWithShape="1">
          <a:blip r:embed="rId2"/>
          <a:srcRect l="28523" t="26042" r="15155"/>
          <a:stretch/>
        </p:blipFill>
        <p:spPr>
          <a:xfrm>
            <a:off x="587374" y="1153202"/>
            <a:ext cx="6219984" cy="4610945"/>
          </a:xfrm>
          <a:prstGeom prst="rect">
            <a:avLst/>
          </a:prstGeom>
        </p:spPr>
      </p:pic>
      <p:sp>
        <p:nvSpPr>
          <p:cNvPr id="7" name="Titel 2">
            <a:extLst>
              <a:ext uri="{FF2B5EF4-FFF2-40B4-BE49-F238E27FC236}">
                <a16:creationId xmlns:a16="http://schemas.microsoft.com/office/drawing/2014/main" id="{AFF24B0C-E34F-4CA0-9664-AC0132FB8045}"/>
              </a:ext>
            </a:extLst>
          </p:cNvPr>
          <p:cNvSpPr>
            <a:spLocks noGrp="1"/>
          </p:cNvSpPr>
          <p:nvPr>
            <p:ph type="title"/>
          </p:nvPr>
        </p:nvSpPr>
        <p:spPr>
          <a:xfrm>
            <a:off x="587373" y="370290"/>
            <a:ext cx="10068031" cy="1474385"/>
          </a:xfrm>
        </p:spPr>
        <p:txBody>
          <a:bodyPr/>
          <a:lstStyle/>
          <a:p>
            <a:r>
              <a:rPr lang="da-DK" dirty="0"/>
              <a:t>Dynamic Memory (</a:t>
            </a:r>
            <a:r>
              <a:rPr lang="da-DK" dirty="0" err="1"/>
              <a:t>heap</a:t>
            </a:r>
            <a:r>
              <a:rPr lang="da-DK" dirty="0"/>
              <a:t> </a:t>
            </a:r>
            <a:r>
              <a:rPr lang="da-DK" dirty="0" err="1"/>
              <a:t>allocation</a:t>
            </a:r>
            <a:r>
              <a:rPr lang="da-DK" dirty="0"/>
              <a:t>)</a:t>
            </a:r>
          </a:p>
        </p:txBody>
      </p:sp>
      <p:sp>
        <p:nvSpPr>
          <p:cNvPr id="9" name="Tekstfelt 8">
            <a:extLst>
              <a:ext uri="{FF2B5EF4-FFF2-40B4-BE49-F238E27FC236}">
                <a16:creationId xmlns:a16="http://schemas.microsoft.com/office/drawing/2014/main" id="{C6BC9B17-ADD7-4779-AC1D-7F21D29D9739}"/>
              </a:ext>
            </a:extLst>
          </p:cNvPr>
          <p:cNvSpPr txBox="1"/>
          <p:nvPr/>
        </p:nvSpPr>
        <p:spPr>
          <a:xfrm>
            <a:off x="3457575" y="1250046"/>
            <a:ext cx="8528685" cy="923330"/>
          </a:xfrm>
          <a:prstGeom prst="rect">
            <a:avLst/>
          </a:prstGeom>
          <a:solidFill>
            <a:schemeClr val="bg1">
              <a:lumMod val="95000"/>
            </a:schemeClr>
          </a:solidFill>
        </p:spPr>
        <p:txBody>
          <a:bodyPr wrap="square">
            <a:spAutoFit/>
          </a:bodyPr>
          <a:lstStyle/>
          <a:p>
            <a:r>
              <a:rPr lang="en-US" b="1" dirty="0">
                <a:latin typeface="Consolas" panose="020B0609020204030204" pitchFamily="49" charset="0"/>
              </a:rPr>
              <a:t>example:</a:t>
            </a:r>
          </a:p>
          <a:p>
            <a:pPr marL="342900" indent="-342900">
              <a:buFont typeface="+mj-lt"/>
              <a:buAutoNum type="arabicPeriod"/>
            </a:pPr>
            <a:r>
              <a:rPr lang="en-US" dirty="0">
                <a:latin typeface="Consolas" panose="020B0609020204030204" pitchFamily="49" charset="0"/>
              </a:rPr>
              <a:t>int *my_array;</a:t>
            </a:r>
          </a:p>
          <a:p>
            <a:pPr marL="342900" indent="-342900">
              <a:buFont typeface="+mj-lt"/>
              <a:buAutoNum type="arabicPeriod"/>
            </a:pPr>
            <a:r>
              <a:rPr lang="en-US" dirty="0">
                <a:latin typeface="Consolas" panose="020B0609020204030204" pitchFamily="49" charset="0"/>
              </a:rPr>
              <a:t>my_array = (int *) malloc(</a:t>
            </a:r>
            <a:r>
              <a:rPr lang="en-US" dirty="0" err="1">
                <a:latin typeface="Consolas" panose="020B0609020204030204" pitchFamily="49" charset="0"/>
              </a:rPr>
              <a:t>array_length</a:t>
            </a:r>
            <a:r>
              <a:rPr lang="en-US" dirty="0">
                <a:latin typeface="Consolas" panose="020B0609020204030204" pitchFamily="49" charset="0"/>
              </a:rPr>
              <a:t> * </a:t>
            </a:r>
            <a:r>
              <a:rPr lang="en-US" dirty="0" err="1">
                <a:latin typeface="Consolas" panose="020B0609020204030204" pitchFamily="49" charset="0"/>
              </a:rPr>
              <a:t>sizeof</a:t>
            </a:r>
            <a:r>
              <a:rPr lang="en-US" dirty="0">
                <a:latin typeface="Consolas" panose="020B0609020204030204" pitchFamily="49" charset="0"/>
              </a:rPr>
              <a:t>(int));</a:t>
            </a:r>
          </a:p>
        </p:txBody>
      </p:sp>
    </p:spTree>
    <p:extLst>
      <p:ext uri="{BB962C8B-B14F-4D97-AF65-F5344CB8AC3E}">
        <p14:creationId xmlns:p14="http://schemas.microsoft.com/office/powerpoint/2010/main" val="19897048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2">
            <a:extLst>
              <a:ext uri="{FF2B5EF4-FFF2-40B4-BE49-F238E27FC236}">
                <a16:creationId xmlns:a16="http://schemas.microsoft.com/office/drawing/2014/main" id="{BF71CF3B-A2F9-4C52-828F-05CC8CF06219}"/>
              </a:ext>
            </a:extLst>
          </p:cNvPr>
          <p:cNvSpPr>
            <a:spLocks noGrp="1"/>
          </p:cNvSpPr>
          <p:nvPr>
            <p:ph type="title"/>
          </p:nvPr>
        </p:nvSpPr>
        <p:spPr>
          <a:xfrm>
            <a:off x="587374" y="369888"/>
            <a:ext cx="10248266" cy="1474787"/>
          </a:xfrm>
        </p:spPr>
        <p:txBody>
          <a:bodyPr/>
          <a:lstStyle/>
          <a:p>
            <a:r>
              <a:rPr lang="da-DK" dirty="0"/>
              <a:t>Dynamic Memory </a:t>
            </a:r>
            <a:r>
              <a:rPr lang="da-DK" dirty="0" err="1"/>
              <a:t>Allocation</a:t>
            </a:r>
            <a:endParaRPr lang="da-DK" dirty="0"/>
          </a:p>
        </p:txBody>
      </p:sp>
      <p:pic>
        <p:nvPicPr>
          <p:cNvPr id="13" name="Picture 12">
            <a:extLst>
              <a:ext uri="{FF2B5EF4-FFF2-40B4-BE49-F238E27FC236}">
                <a16:creationId xmlns:a16="http://schemas.microsoft.com/office/drawing/2014/main" id="{357B883D-A242-AB1C-D169-B2B7575A9CB9}"/>
              </a:ext>
            </a:extLst>
          </p:cNvPr>
          <p:cNvPicPr>
            <a:picLocks noChangeAspect="1"/>
          </p:cNvPicPr>
          <p:nvPr/>
        </p:nvPicPr>
        <p:blipFill>
          <a:blip r:embed="rId2"/>
          <a:stretch>
            <a:fillRect/>
          </a:stretch>
        </p:blipFill>
        <p:spPr>
          <a:xfrm>
            <a:off x="3442917" y="2481130"/>
            <a:ext cx="5306165" cy="1895740"/>
          </a:xfrm>
          <a:prstGeom prst="rect">
            <a:avLst/>
          </a:prstGeom>
        </p:spPr>
      </p:pic>
    </p:spTree>
    <p:extLst>
      <p:ext uri="{BB962C8B-B14F-4D97-AF65-F5344CB8AC3E}">
        <p14:creationId xmlns:p14="http://schemas.microsoft.com/office/powerpoint/2010/main" val="12043796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468E7BC-E538-44E7-95BF-F3C078018528}"/>
              </a:ext>
            </a:extLst>
          </p:cNvPr>
          <p:cNvSpPr>
            <a:spLocks noGrp="1"/>
          </p:cNvSpPr>
          <p:nvPr>
            <p:ph type="title"/>
          </p:nvPr>
        </p:nvSpPr>
        <p:spPr>
          <a:xfrm>
            <a:off x="587374" y="370290"/>
            <a:ext cx="8345029" cy="1474385"/>
          </a:xfrm>
        </p:spPr>
        <p:txBody>
          <a:bodyPr/>
          <a:lstStyle/>
          <a:p>
            <a:r>
              <a:rPr lang="da-DK" dirty="0"/>
              <a:t>Opgave: arrays2</a:t>
            </a:r>
            <a:br>
              <a:rPr lang="da-DK" dirty="0"/>
            </a:br>
            <a:r>
              <a:rPr lang="da-DK" dirty="0" err="1"/>
              <a:t>dynamic</a:t>
            </a:r>
            <a:r>
              <a:rPr lang="da-DK" dirty="0"/>
              <a:t> </a:t>
            </a:r>
            <a:r>
              <a:rPr lang="da-DK" dirty="0" err="1"/>
              <a:t>memory</a:t>
            </a:r>
            <a:r>
              <a:rPr lang="da-DK" dirty="0"/>
              <a:t> </a:t>
            </a:r>
            <a:r>
              <a:rPr lang="da-DK" dirty="0" err="1"/>
              <a:t>allocation</a:t>
            </a:r>
            <a:endParaRPr lang="da-DK" dirty="0"/>
          </a:p>
        </p:txBody>
      </p:sp>
      <p:sp>
        <p:nvSpPr>
          <p:cNvPr id="5" name="Pladsholder til tekst 3">
            <a:extLst>
              <a:ext uri="{FF2B5EF4-FFF2-40B4-BE49-F238E27FC236}">
                <a16:creationId xmlns:a16="http://schemas.microsoft.com/office/drawing/2014/main" id="{44B0FF57-A40B-43F7-848F-A2852473DEB8}"/>
              </a:ext>
            </a:extLst>
          </p:cNvPr>
          <p:cNvSpPr>
            <a:spLocks noGrp="1"/>
          </p:cNvSpPr>
          <p:nvPr>
            <p:ph type="body" sz="quarter" idx="12"/>
          </p:nvPr>
        </p:nvSpPr>
        <p:spPr>
          <a:xfrm>
            <a:off x="587375" y="1844675"/>
            <a:ext cx="6798163" cy="3924946"/>
          </a:xfrm>
        </p:spPr>
        <p:txBody>
          <a:bodyPr>
            <a:normAutofit fontScale="92500" lnSpcReduction="10000"/>
          </a:bodyPr>
          <a:lstStyle/>
          <a:p>
            <a:pPr marL="0" indent="0">
              <a:buNone/>
            </a:pPr>
            <a:r>
              <a:rPr lang="da-DK" b="1" dirty="0"/>
              <a:t>Opgave:</a:t>
            </a:r>
          </a:p>
          <a:p>
            <a:r>
              <a:rPr lang="da-DK" dirty="0" err="1"/>
              <a:t>Kompile</a:t>
            </a:r>
            <a:r>
              <a:rPr lang="da-DK" dirty="0"/>
              <a:t> og Kør koden, se arrays2.c nogle gange i terminalen</a:t>
            </a:r>
          </a:p>
          <a:p>
            <a:pPr marL="338138" lvl="1" indent="0">
              <a:buNone/>
            </a:pPr>
            <a:r>
              <a:rPr lang="da-DK" dirty="0" err="1"/>
              <a:t>gcc</a:t>
            </a:r>
            <a:r>
              <a:rPr lang="da-DK" dirty="0"/>
              <a:t> arrays2.c</a:t>
            </a:r>
          </a:p>
          <a:p>
            <a:pPr marL="338138" lvl="1" indent="0">
              <a:buNone/>
            </a:pPr>
            <a:r>
              <a:rPr lang="da-DK" dirty="0"/>
              <a:t>./a.exe</a:t>
            </a:r>
          </a:p>
          <a:p>
            <a:pPr marL="338138" lvl="1" indent="0">
              <a:buNone/>
            </a:pPr>
            <a:r>
              <a:rPr lang="da-DK" dirty="0"/>
              <a:t>./a.exe</a:t>
            </a:r>
          </a:p>
          <a:p>
            <a:pPr marL="338138" lvl="1" indent="0">
              <a:buNone/>
            </a:pPr>
            <a:r>
              <a:rPr lang="da-DK" dirty="0"/>
              <a:t>./a.exe</a:t>
            </a:r>
          </a:p>
          <a:p>
            <a:pPr lvl="1"/>
            <a:endParaRPr lang="da-DK" dirty="0"/>
          </a:p>
          <a:p>
            <a:pPr marL="681038" lvl="1" indent="-342900">
              <a:buFont typeface="+mj-lt"/>
              <a:buAutoNum type="arabicPeriod"/>
            </a:pPr>
            <a:endParaRPr lang="da-DK" dirty="0"/>
          </a:p>
          <a:p>
            <a:pPr marL="342900" indent="-342900">
              <a:buFont typeface="+mj-lt"/>
              <a:buAutoNum type="arabicPeriod"/>
            </a:pPr>
            <a:r>
              <a:rPr lang="da-DK" dirty="0"/>
              <a:t>Hvad gør koden, og hvad gør dette til dynamisk allokering af hukommelse?</a:t>
            </a:r>
          </a:p>
          <a:p>
            <a:pPr marL="342900" indent="-342900">
              <a:buFont typeface="+mj-lt"/>
              <a:buAutoNum type="arabicPeriod"/>
            </a:pPr>
            <a:r>
              <a:rPr lang="da-DK" dirty="0"/>
              <a:t>Er dette </a:t>
            </a:r>
            <a:r>
              <a:rPr lang="da-DK" dirty="0" err="1"/>
              <a:t>heap</a:t>
            </a:r>
            <a:r>
              <a:rPr lang="da-DK" dirty="0"/>
              <a:t> eller </a:t>
            </a:r>
            <a:r>
              <a:rPr lang="da-DK" dirty="0" err="1"/>
              <a:t>stack</a:t>
            </a:r>
            <a:r>
              <a:rPr lang="da-DK" dirty="0"/>
              <a:t> allokering?</a:t>
            </a:r>
          </a:p>
          <a:p>
            <a:pPr marL="342900" indent="-342900">
              <a:buFont typeface="+mj-lt"/>
              <a:buAutoNum type="arabicPeriod"/>
            </a:pPr>
            <a:r>
              <a:rPr lang="da-DK" dirty="0"/>
              <a:t>Hvad er fordele ved hhv. </a:t>
            </a:r>
            <a:r>
              <a:rPr lang="da-DK" dirty="0" err="1"/>
              <a:t>heap</a:t>
            </a:r>
            <a:r>
              <a:rPr lang="da-DK" dirty="0"/>
              <a:t> og </a:t>
            </a:r>
            <a:r>
              <a:rPr lang="da-DK" dirty="0" err="1"/>
              <a:t>stack</a:t>
            </a:r>
            <a:r>
              <a:rPr lang="da-DK" dirty="0"/>
              <a:t> allokering</a:t>
            </a:r>
          </a:p>
        </p:txBody>
      </p:sp>
      <p:pic>
        <p:nvPicPr>
          <p:cNvPr id="9" name="Picture 8">
            <a:extLst>
              <a:ext uri="{FF2B5EF4-FFF2-40B4-BE49-F238E27FC236}">
                <a16:creationId xmlns:a16="http://schemas.microsoft.com/office/drawing/2014/main" id="{B8275B27-652C-587A-9C12-A5ED0892A9DD}"/>
              </a:ext>
            </a:extLst>
          </p:cNvPr>
          <p:cNvPicPr>
            <a:picLocks noChangeAspect="1"/>
          </p:cNvPicPr>
          <p:nvPr/>
        </p:nvPicPr>
        <p:blipFill>
          <a:blip r:embed="rId3"/>
          <a:stretch>
            <a:fillRect/>
          </a:stretch>
        </p:blipFill>
        <p:spPr>
          <a:xfrm>
            <a:off x="8284876" y="1107482"/>
            <a:ext cx="3220909" cy="4482478"/>
          </a:xfrm>
          <a:prstGeom prst="rect">
            <a:avLst/>
          </a:prstGeom>
        </p:spPr>
      </p:pic>
    </p:spTree>
    <p:extLst>
      <p:ext uri="{BB962C8B-B14F-4D97-AF65-F5344CB8AC3E}">
        <p14:creationId xmlns:p14="http://schemas.microsoft.com/office/powerpoint/2010/main" val="36701043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7720047" cy="3752115"/>
          </a:xfrm>
        </p:spPr>
        <p:txBody>
          <a:bodyPr>
            <a:normAutofit/>
          </a:bodyPr>
          <a:lstStyle/>
          <a:p>
            <a:pPr marL="0" indent="0">
              <a:buNone/>
            </a:pPr>
            <a:r>
              <a:rPr lang="da-DK" sz="1400" dirty="0">
                <a:latin typeface="Consolas" panose="020B0609020204030204" pitchFamily="49" charset="0"/>
              </a:rPr>
              <a:t>Arrays og pointers</a:t>
            </a:r>
          </a:p>
          <a:p>
            <a:endParaRPr lang="da-DK" sz="1400" dirty="0">
              <a:latin typeface="Consolas" panose="020B0609020204030204" pitchFamily="49" charset="0"/>
            </a:endParaRPr>
          </a:p>
          <a:p>
            <a:r>
              <a:rPr lang="da-DK" sz="1400" dirty="0">
                <a:latin typeface="Consolas" panose="020B0609020204030204" pitchFamily="49" charset="0"/>
              </a:rPr>
              <a:t>Arrays og hukommelse</a:t>
            </a:r>
          </a:p>
          <a:p>
            <a:r>
              <a:rPr lang="da-DK" sz="1400" dirty="0">
                <a:latin typeface="Consolas" panose="020B0609020204030204" pitchFamily="49" charset="0"/>
              </a:rPr>
              <a:t>N-</a:t>
            </a:r>
            <a:r>
              <a:rPr lang="da-DK" sz="1400" dirty="0" err="1">
                <a:latin typeface="Consolas" panose="020B0609020204030204" pitchFamily="49" charset="0"/>
              </a:rPr>
              <a:t>Dimentionelle</a:t>
            </a:r>
            <a:r>
              <a:rPr lang="da-DK" sz="1400" dirty="0"/>
              <a:t> Arrays</a:t>
            </a:r>
            <a:endParaRPr lang="da-DK" sz="1400" dirty="0">
              <a:latin typeface="Consolas" panose="020B0609020204030204" pitchFamily="49" charset="0"/>
            </a:endParaRPr>
          </a:p>
          <a:p>
            <a:r>
              <a:rPr lang="da-DK" sz="1400" dirty="0" err="1"/>
              <a:t>stack</a:t>
            </a:r>
            <a:r>
              <a:rPr lang="da-DK" sz="1400" dirty="0"/>
              <a:t> og </a:t>
            </a:r>
            <a:r>
              <a:rPr lang="da-DK" sz="1400" dirty="0" err="1"/>
              <a:t>heap</a:t>
            </a:r>
            <a:endParaRPr lang="da-DK" sz="1400" dirty="0"/>
          </a:p>
          <a:p>
            <a:r>
              <a:rPr lang="da-DK" sz="1400" b="1" dirty="0"/>
              <a:t>Pointers og hukommelse</a:t>
            </a:r>
          </a:p>
          <a:p>
            <a:r>
              <a:rPr lang="da-DK" sz="1400" dirty="0">
                <a:latin typeface="Consolas" panose="020B0609020204030204" pitchFamily="49" charset="0"/>
              </a:rPr>
              <a:t>Sammenhænget mellem array</a:t>
            </a:r>
            <a:r>
              <a:rPr lang="da-DK" sz="1400" dirty="0"/>
              <a:t>s og pointers</a:t>
            </a:r>
          </a:p>
          <a:p>
            <a:endParaRPr lang="da-DK" sz="1400" dirty="0">
              <a:latin typeface="Consolas" panose="020B0609020204030204" pitchFamily="49" charset="0"/>
            </a:endParaRPr>
          </a:p>
          <a:p>
            <a:endParaRPr lang="da-DK" sz="1400" dirty="0"/>
          </a:p>
          <a:p>
            <a:endParaRPr lang="da-DK" sz="1400" dirty="0"/>
          </a:p>
          <a:p>
            <a:endParaRPr lang="en-DK" sz="1400"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4502558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BFD12118-34A6-4066-ACB6-E8B16636C29C}"/>
              </a:ext>
            </a:extLst>
          </p:cNvPr>
          <p:cNvSpPr>
            <a:spLocks noGrp="1"/>
          </p:cNvSpPr>
          <p:nvPr>
            <p:ph type="title"/>
          </p:nvPr>
        </p:nvSpPr>
        <p:spPr>
          <a:xfrm>
            <a:off x="587374" y="370290"/>
            <a:ext cx="11083636" cy="1474385"/>
          </a:xfrm>
        </p:spPr>
        <p:txBody>
          <a:bodyPr/>
          <a:lstStyle/>
          <a:p>
            <a:r>
              <a:rPr lang="da-DK" dirty="0"/>
              <a:t>Reference and Pointers</a:t>
            </a:r>
          </a:p>
        </p:txBody>
      </p:sp>
      <p:pic>
        <p:nvPicPr>
          <p:cNvPr id="8" name="Billede 7">
            <a:extLst>
              <a:ext uri="{FF2B5EF4-FFF2-40B4-BE49-F238E27FC236}">
                <a16:creationId xmlns:a16="http://schemas.microsoft.com/office/drawing/2014/main" id="{D5B59A7E-4FB4-4F94-B788-D06EAB131245}"/>
              </a:ext>
            </a:extLst>
          </p:cNvPr>
          <p:cNvPicPr>
            <a:picLocks noChangeAspect="1"/>
          </p:cNvPicPr>
          <p:nvPr/>
        </p:nvPicPr>
        <p:blipFill>
          <a:blip r:embed="rId3"/>
          <a:stretch>
            <a:fillRect/>
          </a:stretch>
        </p:blipFill>
        <p:spPr>
          <a:xfrm>
            <a:off x="587374" y="1365491"/>
            <a:ext cx="11083636" cy="4507009"/>
          </a:xfrm>
          <a:prstGeom prst="rect">
            <a:avLst/>
          </a:prstGeom>
        </p:spPr>
      </p:pic>
      <p:sp>
        <p:nvSpPr>
          <p:cNvPr id="10" name="Tekstfelt 9">
            <a:extLst>
              <a:ext uri="{FF2B5EF4-FFF2-40B4-BE49-F238E27FC236}">
                <a16:creationId xmlns:a16="http://schemas.microsoft.com/office/drawing/2014/main" id="{59736BE8-A981-4C28-B774-AA5300F9F245}"/>
              </a:ext>
            </a:extLst>
          </p:cNvPr>
          <p:cNvSpPr txBox="1"/>
          <p:nvPr/>
        </p:nvSpPr>
        <p:spPr>
          <a:xfrm>
            <a:off x="7426643" y="2972664"/>
            <a:ext cx="4484712" cy="2862322"/>
          </a:xfrm>
          <a:prstGeom prst="rect">
            <a:avLst/>
          </a:prstGeom>
          <a:noFill/>
        </p:spPr>
        <p:txBody>
          <a:bodyPr wrap="square">
            <a:spAutoFit/>
          </a:bodyPr>
          <a:lstStyle/>
          <a:p>
            <a:r>
              <a:rPr lang="en-US" sz="2000" dirty="0"/>
              <a:t>En pointer </a:t>
            </a:r>
            <a:r>
              <a:rPr lang="en-US" sz="2000" dirty="0" err="1"/>
              <a:t>indeholder</a:t>
            </a:r>
            <a:r>
              <a:rPr lang="en-US" sz="2000" dirty="0"/>
              <a:t> </a:t>
            </a:r>
            <a:r>
              <a:rPr lang="en-US" sz="2000" dirty="0" err="1"/>
              <a:t>hukommelses</a:t>
            </a:r>
            <a:r>
              <a:rPr lang="en-US" sz="2000" dirty="0"/>
              <a:t> </a:t>
            </a:r>
            <a:r>
              <a:rPr lang="en-US" sz="2000" dirty="0" err="1"/>
              <a:t>addressen</a:t>
            </a:r>
            <a:r>
              <a:rPr lang="en-US" sz="2000" dirty="0"/>
              <a:t> </a:t>
            </a:r>
            <a:r>
              <a:rPr lang="en-US" sz="2000" dirty="0" err="1"/>
              <a:t>på</a:t>
            </a:r>
            <a:r>
              <a:rPr lang="en-US" sz="2000" dirty="0"/>
              <a:t> </a:t>
            </a:r>
            <a:r>
              <a:rPr lang="en-US" sz="2000" dirty="0" err="1"/>
              <a:t>en</a:t>
            </a:r>
            <a:r>
              <a:rPr lang="en-US" sz="2000" dirty="0"/>
              <a:t> </a:t>
            </a:r>
            <a:r>
              <a:rPr lang="en-US" sz="2000" dirty="0" err="1"/>
              <a:t>variabel</a:t>
            </a:r>
            <a:r>
              <a:rPr lang="en-US" sz="2000" dirty="0"/>
              <a:t>.</a:t>
            </a:r>
          </a:p>
          <a:p>
            <a:endParaRPr lang="en-US" sz="2000" dirty="0"/>
          </a:p>
          <a:p>
            <a:r>
              <a:rPr lang="en-US" sz="2000" dirty="0" err="1"/>
              <a:t>Brug</a:t>
            </a:r>
            <a:r>
              <a:rPr lang="en-US" sz="2000" dirty="0"/>
              <a:t> </a:t>
            </a:r>
            <a:r>
              <a:rPr lang="en-US" sz="2000" dirty="0" err="1"/>
              <a:t>af</a:t>
            </a:r>
            <a:r>
              <a:rPr lang="en-US" sz="2000" dirty="0"/>
              <a:t> </a:t>
            </a:r>
            <a:r>
              <a:rPr lang="en-US" sz="2000" dirty="0" err="1"/>
              <a:t>en</a:t>
            </a:r>
            <a:r>
              <a:rPr lang="en-US" sz="2000" dirty="0"/>
              <a:t> pointer</a:t>
            </a:r>
          </a:p>
          <a:p>
            <a:pPr marL="457200" indent="-457200">
              <a:buFont typeface="+mj-lt"/>
              <a:buAutoNum type="arabicPeriod"/>
            </a:pPr>
            <a:r>
              <a:rPr lang="en-US" sz="2000" dirty="0"/>
              <a:t>Define a pointer variable</a:t>
            </a:r>
          </a:p>
          <a:p>
            <a:pPr marL="457200" indent="-457200">
              <a:buFont typeface="+mj-lt"/>
              <a:buAutoNum type="arabicPeriod"/>
            </a:pPr>
            <a:r>
              <a:rPr lang="en-US" sz="2000" dirty="0" err="1"/>
              <a:t>Giv</a:t>
            </a:r>
            <a:r>
              <a:rPr lang="en-US" sz="2000" dirty="0"/>
              <a:t> </a:t>
            </a:r>
            <a:r>
              <a:rPr lang="en-US" sz="2000" dirty="0" err="1"/>
              <a:t>addressen</a:t>
            </a:r>
            <a:r>
              <a:rPr lang="en-US" sz="2000" dirty="0"/>
              <a:t> </a:t>
            </a:r>
            <a:r>
              <a:rPr lang="en-US" sz="2000" dirty="0" err="1"/>
              <a:t>af</a:t>
            </a:r>
            <a:r>
              <a:rPr lang="en-US" sz="2000" dirty="0"/>
              <a:t> </a:t>
            </a:r>
            <a:r>
              <a:rPr lang="en-US" sz="2000" dirty="0" err="1"/>
              <a:t>en</a:t>
            </a:r>
            <a:r>
              <a:rPr lang="en-US" sz="2000" dirty="0"/>
              <a:t> </a:t>
            </a:r>
            <a:r>
              <a:rPr lang="en-US" sz="2000" dirty="0" err="1"/>
              <a:t>anden</a:t>
            </a:r>
            <a:r>
              <a:rPr lang="en-US" sz="2000" dirty="0"/>
              <a:t> variable </a:t>
            </a:r>
            <a:r>
              <a:rPr lang="en-US" sz="2000" dirty="0" err="1"/>
              <a:t>til</a:t>
            </a:r>
            <a:r>
              <a:rPr lang="en-US" sz="2000" dirty="0"/>
              <a:t> </a:t>
            </a:r>
            <a:r>
              <a:rPr lang="en-US" sz="2000" dirty="0" err="1"/>
              <a:t>pointeren</a:t>
            </a:r>
            <a:endParaRPr lang="en-US" sz="2000" dirty="0"/>
          </a:p>
          <a:p>
            <a:pPr marL="457200" indent="-457200">
              <a:buFont typeface="+mj-lt"/>
              <a:buAutoNum type="arabicPeriod"/>
            </a:pPr>
            <a:r>
              <a:rPr lang="en-US" sz="2000" dirty="0" err="1"/>
              <a:t>Benyt</a:t>
            </a:r>
            <a:r>
              <a:rPr lang="en-US" sz="2000" dirty="0"/>
              <a:t> </a:t>
            </a:r>
            <a:r>
              <a:rPr lang="en-US" sz="2000" dirty="0" err="1"/>
              <a:t>pointeren</a:t>
            </a:r>
            <a:r>
              <a:rPr lang="en-US" sz="2000" dirty="0"/>
              <a:t> </a:t>
            </a:r>
            <a:r>
              <a:rPr lang="en-US" sz="2000" dirty="0" err="1"/>
              <a:t>til</a:t>
            </a:r>
            <a:r>
              <a:rPr lang="en-US" sz="2000" dirty="0"/>
              <a:t> at </a:t>
            </a:r>
            <a:r>
              <a:rPr lang="en-US" sz="2000" dirty="0" err="1"/>
              <a:t>få</a:t>
            </a:r>
            <a:r>
              <a:rPr lang="en-US" sz="2000" dirty="0"/>
              <a:t> </a:t>
            </a:r>
            <a:r>
              <a:rPr lang="en-US" sz="2000" dirty="0" err="1"/>
              <a:t>adgang</a:t>
            </a:r>
            <a:r>
              <a:rPr lang="en-US" sz="2000" dirty="0"/>
              <a:t> </a:t>
            </a:r>
            <a:r>
              <a:rPr lang="en-US" sz="2000" dirty="0" err="1"/>
              <a:t>til</a:t>
            </a:r>
            <a:r>
              <a:rPr lang="en-US" sz="2000" dirty="0"/>
              <a:t> den </a:t>
            </a:r>
            <a:r>
              <a:rPr lang="en-US" sz="2000" dirty="0" err="1"/>
              <a:t>anden</a:t>
            </a:r>
            <a:r>
              <a:rPr lang="en-US" sz="2000" dirty="0"/>
              <a:t> </a:t>
            </a:r>
            <a:r>
              <a:rPr lang="en-US" sz="2000" dirty="0" err="1"/>
              <a:t>variabel</a:t>
            </a:r>
            <a:endParaRPr lang="da-DK" sz="2000" dirty="0"/>
          </a:p>
        </p:txBody>
      </p:sp>
      <p:grpSp>
        <p:nvGrpSpPr>
          <p:cNvPr id="7" name="Gruppe 6">
            <a:extLst>
              <a:ext uri="{FF2B5EF4-FFF2-40B4-BE49-F238E27FC236}">
                <a16:creationId xmlns:a16="http://schemas.microsoft.com/office/drawing/2014/main" id="{102DE37C-386A-4D0E-8D79-6DDDD63E1760}"/>
              </a:ext>
            </a:extLst>
          </p:cNvPr>
          <p:cNvGrpSpPr/>
          <p:nvPr/>
        </p:nvGrpSpPr>
        <p:grpSpPr>
          <a:xfrm>
            <a:off x="143563" y="2205113"/>
            <a:ext cx="1090569" cy="369332"/>
            <a:chOff x="75501" y="2114026"/>
            <a:chExt cx="1090569" cy="369332"/>
          </a:xfrm>
        </p:grpSpPr>
        <p:sp>
          <p:nvSpPr>
            <p:cNvPr id="4" name="Tekstfelt 3">
              <a:extLst>
                <a:ext uri="{FF2B5EF4-FFF2-40B4-BE49-F238E27FC236}">
                  <a16:creationId xmlns:a16="http://schemas.microsoft.com/office/drawing/2014/main" id="{B4E9789D-525C-442B-8669-194CBA4ED5FA}"/>
                </a:ext>
              </a:extLst>
            </p:cNvPr>
            <p:cNvSpPr txBox="1"/>
            <p:nvPr/>
          </p:nvSpPr>
          <p:spPr>
            <a:xfrm>
              <a:off x="75501" y="2114026"/>
              <a:ext cx="377026" cy="369332"/>
            </a:xfrm>
            <a:prstGeom prst="rect">
              <a:avLst/>
            </a:prstGeom>
            <a:noFill/>
            <a:ln>
              <a:solidFill>
                <a:schemeClr val="tx1"/>
              </a:solidFill>
            </a:ln>
          </p:spPr>
          <p:txBody>
            <a:bodyPr wrap="none" rtlCol="0">
              <a:spAutoFit/>
            </a:bodyPr>
            <a:lstStyle/>
            <a:p>
              <a:r>
                <a:rPr lang="en-US" dirty="0"/>
                <a:t>1.</a:t>
              </a:r>
            </a:p>
          </p:txBody>
        </p:sp>
        <p:cxnSp>
          <p:nvCxnSpPr>
            <p:cNvPr id="6" name="Lige pilforbindelse 5">
              <a:extLst>
                <a:ext uri="{FF2B5EF4-FFF2-40B4-BE49-F238E27FC236}">
                  <a16:creationId xmlns:a16="http://schemas.microsoft.com/office/drawing/2014/main" id="{D7D225CC-BCB0-4B15-99BD-E952A80EF4AC}"/>
                </a:ext>
              </a:extLst>
            </p:cNvPr>
            <p:cNvCxnSpPr>
              <a:cxnSpLocks/>
            </p:cNvCxnSpPr>
            <p:nvPr/>
          </p:nvCxnSpPr>
          <p:spPr>
            <a:xfrm flipV="1">
              <a:off x="452527" y="2298692"/>
              <a:ext cx="713543" cy="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uppe 10">
            <a:extLst>
              <a:ext uri="{FF2B5EF4-FFF2-40B4-BE49-F238E27FC236}">
                <a16:creationId xmlns:a16="http://schemas.microsoft.com/office/drawing/2014/main" id="{0852856B-7C91-46B4-AC10-FC304793D6E5}"/>
              </a:ext>
            </a:extLst>
          </p:cNvPr>
          <p:cNvGrpSpPr/>
          <p:nvPr/>
        </p:nvGrpSpPr>
        <p:grpSpPr>
          <a:xfrm>
            <a:off x="143563" y="2726845"/>
            <a:ext cx="1090569" cy="369332"/>
            <a:chOff x="75501" y="2114026"/>
            <a:chExt cx="1090569" cy="369332"/>
          </a:xfrm>
        </p:grpSpPr>
        <p:sp>
          <p:nvSpPr>
            <p:cNvPr id="12" name="Tekstfelt 11">
              <a:extLst>
                <a:ext uri="{FF2B5EF4-FFF2-40B4-BE49-F238E27FC236}">
                  <a16:creationId xmlns:a16="http://schemas.microsoft.com/office/drawing/2014/main" id="{598216A8-F441-454E-B604-52733DEB161A}"/>
                </a:ext>
              </a:extLst>
            </p:cNvPr>
            <p:cNvSpPr txBox="1"/>
            <p:nvPr/>
          </p:nvSpPr>
          <p:spPr>
            <a:xfrm>
              <a:off x="75501" y="2114026"/>
              <a:ext cx="377026" cy="369332"/>
            </a:xfrm>
            <a:prstGeom prst="rect">
              <a:avLst/>
            </a:prstGeom>
            <a:noFill/>
            <a:ln>
              <a:solidFill>
                <a:schemeClr val="tx1"/>
              </a:solidFill>
            </a:ln>
          </p:spPr>
          <p:txBody>
            <a:bodyPr wrap="none" rtlCol="0">
              <a:spAutoFit/>
            </a:bodyPr>
            <a:lstStyle/>
            <a:p>
              <a:r>
                <a:rPr lang="en-US" dirty="0"/>
                <a:t>2.</a:t>
              </a:r>
            </a:p>
          </p:txBody>
        </p:sp>
        <p:cxnSp>
          <p:nvCxnSpPr>
            <p:cNvPr id="13" name="Lige pilforbindelse 12">
              <a:extLst>
                <a:ext uri="{FF2B5EF4-FFF2-40B4-BE49-F238E27FC236}">
                  <a16:creationId xmlns:a16="http://schemas.microsoft.com/office/drawing/2014/main" id="{7EB0C173-D193-4718-A6F4-49FDC9E7FCE9}"/>
                </a:ext>
              </a:extLst>
            </p:cNvPr>
            <p:cNvCxnSpPr>
              <a:cxnSpLocks/>
            </p:cNvCxnSpPr>
            <p:nvPr/>
          </p:nvCxnSpPr>
          <p:spPr>
            <a:xfrm flipV="1">
              <a:off x="452527" y="2139259"/>
              <a:ext cx="713543" cy="15943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uppe 13">
            <a:extLst>
              <a:ext uri="{FF2B5EF4-FFF2-40B4-BE49-F238E27FC236}">
                <a16:creationId xmlns:a16="http://schemas.microsoft.com/office/drawing/2014/main" id="{177B187B-AA19-40D4-B8CB-4269B861DC15}"/>
              </a:ext>
            </a:extLst>
          </p:cNvPr>
          <p:cNvGrpSpPr/>
          <p:nvPr/>
        </p:nvGrpSpPr>
        <p:grpSpPr>
          <a:xfrm>
            <a:off x="5325374" y="4945811"/>
            <a:ext cx="1136874" cy="579707"/>
            <a:chOff x="-732580" y="1903651"/>
            <a:chExt cx="1136874" cy="579707"/>
          </a:xfrm>
        </p:grpSpPr>
        <p:cxnSp>
          <p:nvCxnSpPr>
            <p:cNvPr id="16" name="Lige pilforbindelse 15">
              <a:extLst>
                <a:ext uri="{FF2B5EF4-FFF2-40B4-BE49-F238E27FC236}">
                  <a16:creationId xmlns:a16="http://schemas.microsoft.com/office/drawing/2014/main" id="{00A706FF-C595-48CA-9303-EF8337B2BA5F}"/>
                </a:ext>
              </a:extLst>
            </p:cNvPr>
            <p:cNvCxnSpPr>
              <a:cxnSpLocks/>
            </p:cNvCxnSpPr>
            <p:nvPr/>
          </p:nvCxnSpPr>
          <p:spPr>
            <a:xfrm flipH="1" flipV="1">
              <a:off x="-732580" y="1903651"/>
              <a:ext cx="808082" cy="387516"/>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Tekstfelt 14">
              <a:extLst>
                <a:ext uri="{FF2B5EF4-FFF2-40B4-BE49-F238E27FC236}">
                  <a16:creationId xmlns:a16="http://schemas.microsoft.com/office/drawing/2014/main" id="{518C0BB1-5F8A-4C8A-9A55-634A6465B4B7}"/>
                </a:ext>
              </a:extLst>
            </p:cNvPr>
            <p:cNvSpPr txBox="1"/>
            <p:nvPr/>
          </p:nvSpPr>
          <p:spPr>
            <a:xfrm>
              <a:off x="27268" y="2114026"/>
              <a:ext cx="377026" cy="369332"/>
            </a:xfrm>
            <a:prstGeom prst="rect">
              <a:avLst/>
            </a:prstGeom>
            <a:solidFill>
              <a:schemeClr val="bg1"/>
            </a:solidFill>
            <a:ln>
              <a:solidFill>
                <a:schemeClr val="tx1"/>
              </a:solidFill>
            </a:ln>
          </p:spPr>
          <p:txBody>
            <a:bodyPr wrap="none" rtlCol="0">
              <a:spAutoFit/>
            </a:bodyPr>
            <a:lstStyle/>
            <a:p>
              <a:r>
                <a:rPr lang="en-US" dirty="0"/>
                <a:t>3.</a:t>
              </a:r>
            </a:p>
          </p:txBody>
        </p:sp>
      </p:grpSp>
      <p:pic>
        <p:nvPicPr>
          <p:cNvPr id="21" name="Billede 20">
            <a:extLst>
              <a:ext uri="{FF2B5EF4-FFF2-40B4-BE49-F238E27FC236}">
                <a16:creationId xmlns:a16="http://schemas.microsoft.com/office/drawing/2014/main" id="{FD4443CB-5887-4557-8EBF-F93C4B60DB8D}"/>
              </a:ext>
            </a:extLst>
          </p:cNvPr>
          <p:cNvPicPr>
            <a:picLocks noChangeAspect="1"/>
          </p:cNvPicPr>
          <p:nvPr/>
        </p:nvPicPr>
        <p:blipFill>
          <a:blip r:embed="rId4"/>
          <a:stretch>
            <a:fillRect/>
          </a:stretch>
        </p:blipFill>
        <p:spPr>
          <a:xfrm>
            <a:off x="587374" y="5885679"/>
            <a:ext cx="6340459" cy="944628"/>
          </a:xfrm>
          <a:prstGeom prst="rect">
            <a:avLst/>
          </a:prstGeom>
        </p:spPr>
      </p:pic>
    </p:spTree>
    <p:extLst>
      <p:ext uri="{BB962C8B-B14F-4D97-AF65-F5344CB8AC3E}">
        <p14:creationId xmlns:p14="http://schemas.microsoft.com/office/powerpoint/2010/main" val="1684547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B50057-7C6D-B42A-F1E5-306EE848653C}"/>
              </a:ext>
            </a:extLst>
          </p:cNvPr>
          <p:cNvSpPr>
            <a:spLocks noGrp="1"/>
          </p:cNvSpPr>
          <p:nvPr>
            <p:ph type="title"/>
          </p:nvPr>
        </p:nvSpPr>
        <p:spPr>
          <a:xfrm>
            <a:off x="587374" y="370290"/>
            <a:ext cx="8511284" cy="1474385"/>
          </a:xfrm>
        </p:spPr>
        <p:txBody>
          <a:bodyPr/>
          <a:lstStyle/>
          <a:p>
            <a:r>
              <a:rPr lang="da-DK" dirty="0"/>
              <a:t>Reference and Pointers</a:t>
            </a:r>
            <a:endParaRPr lang="en-DK" dirty="0"/>
          </a:p>
        </p:txBody>
      </p:sp>
      <p:sp>
        <p:nvSpPr>
          <p:cNvPr id="4" name="Text Placeholder 3">
            <a:extLst>
              <a:ext uri="{FF2B5EF4-FFF2-40B4-BE49-F238E27FC236}">
                <a16:creationId xmlns:a16="http://schemas.microsoft.com/office/drawing/2014/main" id="{FFF040F5-91B0-275D-ACA6-D63860340779}"/>
              </a:ext>
            </a:extLst>
          </p:cNvPr>
          <p:cNvSpPr>
            <a:spLocks noGrp="1"/>
          </p:cNvSpPr>
          <p:nvPr>
            <p:ph type="body" sz="quarter" idx="12"/>
          </p:nvPr>
        </p:nvSpPr>
        <p:spPr/>
        <p:txBody>
          <a:bodyPr>
            <a:normAutofit/>
          </a:bodyPr>
          <a:lstStyle/>
          <a:p>
            <a:pPr marL="342900" indent="-342900">
              <a:buFont typeface="+mj-lt"/>
              <a:buAutoNum type="arabicPeriod"/>
            </a:pPr>
            <a:r>
              <a:rPr lang="da-DK" dirty="0" err="1"/>
              <a:t>int</a:t>
            </a:r>
            <a:r>
              <a:rPr lang="da-DK" dirty="0"/>
              <a:t> tal = 1321; </a:t>
            </a:r>
            <a:r>
              <a:rPr lang="da-DK" dirty="0">
                <a:solidFill>
                  <a:srgbClr val="00B050"/>
                </a:solidFill>
              </a:rPr>
              <a:t>// variabel </a:t>
            </a:r>
            <a:r>
              <a:rPr lang="da-DK" dirty="0" err="1">
                <a:solidFill>
                  <a:srgbClr val="00B050"/>
                </a:solidFill>
              </a:rPr>
              <a:t>identifier</a:t>
            </a:r>
            <a:r>
              <a:rPr lang="da-DK" dirty="0">
                <a:solidFill>
                  <a:srgbClr val="00B050"/>
                </a:solidFill>
              </a:rPr>
              <a:t> tal som indeholder værdien 1321.</a:t>
            </a:r>
          </a:p>
          <a:p>
            <a:pPr marL="342900" indent="-342900">
              <a:buFont typeface="+mj-lt"/>
              <a:buAutoNum type="arabicPeriod"/>
            </a:pPr>
            <a:r>
              <a:rPr lang="da-DK" dirty="0" err="1"/>
              <a:t>int</a:t>
            </a:r>
            <a:r>
              <a:rPr lang="da-DK" dirty="0"/>
              <a:t> *</a:t>
            </a:r>
            <a:r>
              <a:rPr lang="da-DK" dirty="0" err="1"/>
              <a:t>p_tal</a:t>
            </a:r>
            <a:r>
              <a:rPr lang="da-DK" dirty="0"/>
              <a:t> = &amp;tal; </a:t>
            </a:r>
            <a:r>
              <a:rPr lang="da-DK" dirty="0">
                <a:solidFill>
                  <a:srgbClr val="00B050"/>
                </a:solidFill>
              </a:rPr>
              <a:t>// hukommelse variable </a:t>
            </a:r>
            <a:r>
              <a:rPr lang="da-DK" dirty="0" err="1">
                <a:solidFill>
                  <a:srgbClr val="00B050"/>
                </a:solidFill>
              </a:rPr>
              <a:t>identifier</a:t>
            </a:r>
            <a:r>
              <a:rPr lang="da-DK" dirty="0">
                <a:solidFill>
                  <a:srgbClr val="00B050"/>
                </a:solidFill>
              </a:rPr>
              <a:t> *</a:t>
            </a:r>
            <a:r>
              <a:rPr lang="da-DK" dirty="0" err="1">
                <a:solidFill>
                  <a:srgbClr val="00B050"/>
                </a:solidFill>
              </a:rPr>
              <a:t>p_tal</a:t>
            </a:r>
            <a:r>
              <a:rPr lang="da-DK" dirty="0">
                <a:solidFill>
                  <a:srgbClr val="00B050"/>
                </a:solidFill>
              </a:rPr>
              <a:t> indeholder hukommelses </a:t>
            </a:r>
            <a:r>
              <a:rPr lang="da-DK" dirty="0" err="1">
                <a:solidFill>
                  <a:srgbClr val="00B050"/>
                </a:solidFill>
              </a:rPr>
              <a:t>addressen</a:t>
            </a:r>
            <a:r>
              <a:rPr lang="da-DK" dirty="0">
                <a:solidFill>
                  <a:srgbClr val="00B050"/>
                </a:solidFill>
              </a:rPr>
              <a:t> &amp;tal</a:t>
            </a:r>
          </a:p>
          <a:p>
            <a:pPr marL="681038" lvl="1" indent="-342900">
              <a:buFont typeface="+mj-lt"/>
              <a:buAutoNum type="arabicPeriod"/>
            </a:pPr>
            <a:r>
              <a:rPr lang="da-DK" dirty="0"/>
              <a:t>&amp;tal; // Her er der tale om at &amp; læses som "</a:t>
            </a:r>
            <a:r>
              <a:rPr lang="da-DK" dirty="0" err="1"/>
              <a:t>addressen</a:t>
            </a:r>
            <a:r>
              <a:rPr lang="da-DK" dirty="0"/>
              <a:t>-til operatoren", eller </a:t>
            </a:r>
            <a:r>
              <a:rPr lang="da-DK" i="1" u="sng" dirty="0"/>
              <a:t>reference</a:t>
            </a:r>
            <a:endParaRPr lang="da-DK" b="1" i="1" u="sng" dirty="0"/>
          </a:p>
          <a:p>
            <a:pPr marL="342900" indent="-342900">
              <a:buFont typeface="+mj-lt"/>
              <a:buAutoNum type="arabicPeriod"/>
            </a:pPr>
            <a:r>
              <a:rPr lang="da-DK" dirty="0" err="1"/>
              <a:t>printf</a:t>
            </a:r>
            <a:r>
              <a:rPr lang="da-DK" dirty="0"/>
              <a:t>("%i", *</a:t>
            </a:r>
            <a:r>
              <a:rPr lang="da-DK" dirty="0" err="1"/>
              <a:t>p_tal</a:t>
            </a:r>
            <a:r>
              <a:rPr lang="da-DK" dirty="0"/>
              <a:t>); </a:t>
            </a:r>
            <a:r>
              <a:rPr lang="da-DK" dirty="0">
                <a:solidFill>
                  <a:srgbClr val="00B050"/>
                </a:solidFill>
              </a:rPr>
              <a:t>// Når man senere i sin kildekode skriver *</a:t>
            </a:r>
            <a:r>
              <a:rPr lang="da-DK" dirty="0" err="1">
                <a:solidFill>
                  <a:srgbClr val="00B050"/>
                </a:solidFill>
              </a:rPr>
              <a:t>p_tal</a:t>
            </a:r>
            <a:r>
              <a:rPr lang="da-DK" dirty="0">
                <a:solidFill>
                  <a:srgbClr val="00B050"/>
                </a:solidFill>
              </a:rPr>
              <a:t>, læses det som Værdien-på-operatoren, eller </a:t>
            </a:r>
            <a:r>
              <a:rPr lang="da-DK" i="1" u="sng" dirty="0">
                <a:solidFill>
                  <a:srgbClr val="00B050"/>
                </a:solidFill>
              </a:rPr>
              <a:t>de-reference</a:t>
            </a:r>
            <a:endParaRPr lang="en-DK" i="1" u="sng" dirty="0">
              <a:solidFill>
                <a:srgbClr val="00B050"/>
              </a:solidFill>
            </a:endParaRPr>
          </a:p>
          <a:p>
            <a:pPr marL="342900" indent="-342900">
              <a:buFont typeface="+mj-lt"/>
              <a:buAutoNum type="arabicPeriod"/>
            </a:pPr>
            <a:endParaRPr lang="da-DK" dirty="0">
              <a:solidFill>
                <a:srgbClr val="00B050"/>
              </a:solidFill>
            </a:endParaRPr>
          </a:p>
          <a:p>
            <a:endParaRPr lang="da-DK" dirty="0"/>
          </a:p>
        </p:txBody>
      </p:sp>
    </p:spTree>
    <p:extLst>
      <p:ext uri="{BB962C8B-B14F-4D97-AF65-F5344CB8AC3E}">
        <p14:creationId xmlns:p14="http://schemas.microsoft.com/office/powerpoint/2010/main" val="10686017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BFD12118-34A6-4066-ACB6-E8B16636C29C}"/>
              </a:ext>
            </a:extLst>
          </p:cNvPr>
          <p:cNvSpPr>
            <a:spLocks noGrp="1"/>
          </p:cNvSpPr>
          <p:nvPr>
            <p:ph type="title"/>
          </p:nvPr>
        </p:nvSpPr>
        <p:spPr>
          <a:xfrm>
            <a:off x="587374" y="370290"/>
            <a:ext cx="11083636" cy="1474385"/>
          </a:xfrm>
        </p:spPr>
        <p:txBody>
          <a:bodyPr/>
          <a:lstStyle/>
          <a:p>
            <a:r>
              <a:rPr lang="da-DK" dirty="0"/>
              <a:t>Opgave: pointers1</a:t>
            </a:r>
            <a:br>
              <a:rPr lang="da-DK" dirty="0"/>
            </a:br>
            <a:r>
              <a:rPr lang="da-DK" dirty="0"/>
              <a:t>Reference and Pointers</a:t>
            </a:r>
          </a:p>
        </p:txBody>
      </p:sp>
      <p:sp>
        <p:nvSpPr>
          <p:cNvPr id="18" name="TextBox 17">
            <a:extLst>
              <a:ext uri="{FF2B5EF4-FFF2-40B4-BE49-F238E27FC236}">
                <a16:creationId xmlns:a16="http://schemas.microsoft.com/office/drawing/2014/main" id="{628E234F-4092-77B2-BCDF-916791DF4A5F}"/>
              </a:ext>
            </a:extLst>
          </p:cNvPr>
          <p:cNvSpPr txBox="1"/>
          <p:nvPr/>
        </p:nvSpPr>
        <p:spPr>
          <a:xfrm>
            <a:off x="841246" y="1870579"/>
            <a:ext cx="10394104" cy="4185761"/>
          </a:xfrm>
          <a:prstGeom prst="rect">
            <a:avLst/>
          </a:prstGeom>
          <a:noFill/>
        </p:spPr>
        <p:txBody>
          <a:bodyPr wrap="square">
            <a:spAutoFit/>
          </a:bodyPr>
          <a:lstStyle/>
          <a:p>
            <a:r>
              <a:rPr lang="en-US" sz="1400" b="0" dirty="0">
                <a:solidFill>
                  <a:srgbClr val="000000"/>
                </a:solidFill>
                <a:effectLst/>
                <a:latin typeface="Consolas" panose="020B0609020204030204" pitchFamily="49" charset="0"/>
              </a:rPr>
              <a:t>Lav et program </a:t>
            </a:r>
            <a:r>
              <a:rPr lang="en-US" sz="1400" b="0" dirty="0" err="1">
                <a:solidFill>
                  <a:srgbClr val="000000"/>
                </a:solidFill>
                <a:effectLst/>
                <a:latin typeface="Consolas" panose="020B0609020204030204" pitchFamily="49" charset="0"/>
              </a:rPr>
              <a:t>som</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indeholder</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en</a:t>
            </a:r>
            <a:r>
              <a:rPr lang="en-US" sz="1400" b="0" dirty="0">
                <a:solidFill>
                  <a:srgbClr val="000000"/>
                </a:solidFill>
                <a:effectLst/>
                <a:latin typeface="Consolas" panose="020B0609020204030204" pitchFamily="49" charset="0"/>
              </a:rPr>
              <a:t> int variable num, og </a:t>
            </a:r>
            <a:r>
              <a:rPr lang="en-US" sz="1400" b="0" dirty="0" err="1">
                <a:solidFill>
                  <a:srgbClr val="000000"/>
                </a:solidFill>
                <a:effectLst/>
                <a:latin typeface="Consolas" panose="020B0609020204030204" pitchFamily="49" charset="0"/>
              </a:rPr>
              <a:t>en</a:t>
            </a:r>
            <a:r>
              <a:rPr lang="en-US" sz="1400" b="0" dirty="0">
                <a:solidFill>
                  <a:srgbClr val="000000"/>
                </a:solidFill>
                <a:effectLst/>
                <a:latin typeface="Consolas" panose="020B0609020204030204" pitchFamily="49" charset="0"/>
              </a:rPr>
              <a:t> int pointer </a:t>
            </a:r>
            <a:r>
              <a:rPr lang="en-US" sz="1400" b="0" dirty="0" err="1">
                <a:solidFill>
                  <a:srgbClr val="000000"/>
                </a:solidFill>
                <a:effectLst/>
                <a:latin typeface="Consolas" panose="020B0609020204030204" pitchFamily="49" charset="0"/>
              </a:rPr>
              <a:t>p_num</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programmet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skal</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gemme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hukommelsesaddressen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af</a:t>
            </a:r>
            <a:r>
              <a:rPr lang="en-US" sz="1400" b="0" dirty="0">
                <a:solidFill>
                  <a:srgbClr val="000000"/>
                </a:solidFill>
                <a:effectLst/>
                <a:latin typeface="Consolas" panose="020B0609020204030204" pitchFamily="49" charset="0"/>
              </a:rPr>
              <a:t> num i </a:t>
            </a:r>
            <a:r>
              <a:rPr lang="en-US" sz="1400" b="0" dirty="0" err="1">
                <a:solidFill>
                  <a:srgbClr val="000000"/>
                </a:solidFill>
                <a:effectLst/>
                <a:latin typeface="Consolas" panose="020B0609020204030204" pitchFamily="49" charset="0"/>
              </a:rPr>
              <a:t>p_num</a:t>
            </a:r>
            <a:r>
              <a:rPr lang="en-US" sz="1400" dirty="0">
                <a:solidFill>
                  <a:srgbClr val="000000"/>
                </a:solidFill>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Programmet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skal</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også</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bruge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p_num</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til</a:t>
            </a:r>
            <a:r>
              <a:rPr lang="en-US" sz="1400" b="0" dirty="0">
                <a:solidFill>
                  <a:srgbClr val="000000"/>
                </a:solidFill>
                <a:effectLst/>
                <a:latin typeface="Consolas" panose="020B0609020204030204" pitchFamily="49" charset="0"/>
              </a:rPr>
              <a:t> at </a:t>
            </a:r>
            <a:r>
              <a:rPr lang="en-US" sz="1400" b="0" dirty="0" err="1">
                <a:solidFill>
                  <a:srgbClr val="000000"/>
                </a:solidFill>
                <a:effectLst/>
                <a:latin typeface="Consolas" panose="020B0609020204030204" pitchFamily="49" charset="0"/>
              </a:rPr>
              <a:t>ændre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værdien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af</a:t>
            </a:r>
            <a:r>
              <a:rPr lang="en-US" sz="1400" b="0" dirty="0">
                <a:solidFill>
                  <a:srgbClr val="000000"/>
                </a:solidFill>
                <a:effectLst/>
                <a:latin typeface="Consolas" panose="020B0609020204030204" pitchFamily="49" charset="0"/>
              </a:rPr>
              <a:t> num.</a:t>
            </a:r>
          </a:p>
          <a:p>
            <a:endParaRPr lang="en-US" sz="1400" dirty="0">
              <a:solidFill>
                <a:srgbClr val="000000"/>
              </a:solidFill>
              <a:latin typeface="Consolas" panose="020B0609020204030204" pitchFamily="49" charset="0"/>
            </a:endParaRPr>
          </a:p>
          <a:p>
            <a:r>
              <a:rPr lang="en-US" sz="1400" b="1" dirty="0" err="1">
                <a:solidFill>
                  <a:srgbClr val="000000"/>
                </a:solidFill>
                <a:latin typeface="Consolas" panose="020B0609020204030204" pitchFamily="49" charset="0"/>
              </a:rPr>
              <a:t>Fremgangsmåde</a:t>
            </a:r>
            <a:r>
              <a:rPr lang="en-US" sz="1400" b="1" dirty="0">
                <a:solidFill>
                  <a:srgbClr val="000000"/>
                </a:solidFill>
                <a:latin typeface="Consolas" panose="020B0609020204030204" pitchFamily="49" charset="0"/>
              </a:rPr>
              <a:t>:</a:t>
            </a:r>
            <a:endParaRPr lang="en-US" sz="1400" b="1" dirty="0">
              <a:solidFill>
                <a:srgbClr val="000000"/>
              </a:solidFill>
              <a:effectLst/>
              <a:latin typeface="Consolas" panose="020B0609020204030204" pitchFamily="49" charset="0"/>
            </a:endParaRPr>
          </a:p>
          <a:p>
            <a:pPr marL="342900" indent="-342900">
              <a:buFont typeface="+mj-lt"/>
              <a:buAutoNum type="arabicPeriod"/>
            </a:pPr>
            <a:r>
              <a:rPr lang="en-US" sz="1400" b="0" dirty="0">
                <a:solidFill>
                  <a:srgbClr val="000000"/>
                </a:solidFill>
                <a:effectLst/>
                <a:latin typeface="Consolas" panose="020B0609020204030204" pitchFamily="49" charset="0"/>
              </a:rPr>
              <a:t>Lav </a:t>
            </a:r>
            <a:r>
              <a:rPr lang="en-US" sz="1400" b="0" dirty="0" err="1">
                <a:solidFill>
                  <a:srgbClr val="000000"/>
                </a:solidFill>
                <a:effectLst/>
                <a:latin typeface="Consolas" panose="020B0609020204030204" pitchFamily="49" charset="0"/>
              </a:rPr>
              <a:t>programmet</a:t>
            </a:r>
            <a:r>
              <a:rPr lang="en-US" sz="1400" b="0" dirty="0">
                <a:solidFill>
                  <a:srgbClr val="000000"/>
                </a:solidFill>
                <a:effectLst/>
                <a:latin typeface="Consolas" panose="020B0609020204030204" pitchFamily="49" charset="0"/>
              </a:rPr>
              <a:t> pointers1.c, </a:t>
            </a:r>
            <a:r>
              <a:rPr lang="en-US" sz="1400" b="0" dirty="0" err="1">
                <a:solidFill>
                  <a:srgbClr val="000000"/>
                </a:solidFill>
                <a:effectLst/>
                <a:latin typeface="Consolas" panose="020B0609020204030204" pitchFamily="49" charset="0"/>
              </a:rPr>
              <a:t>som</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har</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følgende</a:t>
            </a:r>
            <a:r>
              <a:rPr lang="en-US" sz="1400" b="0" dirty="0">
                <a:solidFill>
                  <a:srgbClr val="000000"/>
                </a:solidFill>
                <a:effectLst/>
                <a:latin typeface="Consolas" panose="020B0609020204030204" pitchFamily="49" charset="0"/>
              </a:rPr>
              <a:t> variable</a:t>
            </a:r>
            <a:r>
              <a:rPr lang="en-US" sz="1400" dirty="0">
                <a:solidFill>
                  <a:srgbClr val="000000"/>
                </a:solidFill>
                <a:latin typeface="Consolas" panose="020B0609020204030204" pitchFamily="49" charset="0"/>
              </a:rPr>
              <a:t> </a:t>
            </a:r>
          </a:p>
          <a:p>
            <a:pPr marL="800065" lvl="1" indent="-342900">
              <a:buFont typeface="+mj-lt"/>
              <a:buAutoNum type="arabicPeriod"/>
            </a:pPr>
            <a:r>
              <a:rPr lang="en-US" sz="1400" dirty="0">
                <a:solidFill>
                  <a:srgbClr val="000000"/>
                </a:solidFill>
                <a:latin typeface="Consolas" panose="020B0609020204030204" pitchFamily="49" charset="0"/>
              </a:rPr>
              <a:t>int</a:t>
            </a:r>
            <a:r>
              <a:rPr lang="en-US" sz="1400" b="0" dirty="0">
                <a:solidFill>
                  <a:srgbClr val="000000"/>
                </a:solidFill>
                <a:effectLst/>
                <a:latin typeface="Consolas" panose="020B0609020204030204" pitchFamily="49" charset="0"/>
              </a:rPr>
              <a:t> </a:t>
            </a:r>
            <a:r>
              <a:rPr lang="en-US" sz="1400" b="0" dirty="0">
                <a:solidFill>
                  <a:schemeClr val="bg2">
                    <a:lumMod val="50000"/>
                  </a:schemeClr>
                </a:solidFill>
                <a:effectLst/>
                <a:latin typeface="Consolas" panose="020B0609020204030204" pitchFamily="49" charset="0"/>
              </a:rPr>
              <a:t>num</a:t>
            </a:r>
            <a:endParaRPr lang="en-US" sz="1400" dirty="0">
              <a:solidFill>
                <a:schemeClr val="bg2">
                  <a:lumMod val="50000"/>
                </a:schemeClr>
              </a:solidFill>
              <a:latin typeface="Consolas" panose="020B0609020204030204" pitchFamily="49" charset="0"/>
            </a:endParaRPr>
          </a:p>
          <a:p>
            <a:pPr marL="800065" lvl="1" indent="-342900">
              <a:buFont typeface="+mj-lt"/>
              <a:buAutoNum type="arabicPeriod"/>
            </a:pPr>
            <a:r>
              <a:rPr lang="en-US" sz="1400" dirty="0">
                <a:solidFill>
                  <a:srgbClr val="000000"/>
                </a:solidFill>
                <a:latin typeface="Consolas" panose="020B0609020204030204" pitchFamily="49" charset="0"/>
              </a:rPr>
              <a:t>int* </a:t>
            </a:r>
            <a:r>
              <a:rPr lang="en-US" sz="1400" dirty="0" err="1">
                <a:solidFill>
                  <a:schemeClr val="bg2">
                    <a:lumMod val="50000"/>
                  </a:schemeClr>
                </a:solidFill>
                <a:latin typeface="Consolas" panose="020B0609020204030204" pitchFamily="49" charset="0"/>
              </a:rPr>
              <a:t>p_num</a:t>
            </a:r>
            <a:endParaRPr lang="en-US" sz="1400" dirty="0">
              <a:solidFill>
                <a:schemeClr val="bg2">
                  <a:lumMod val="50000"/>
                </a:schemeClr>
              </a:solidFill>
              <a:latin typeface="Consolas" panose="020B0609020204030204" pitchFamily="49" charset="0"/>
            </a:endParaRPr>
          </a:p>
          <a:p>
            <a:pPr marL="342900" indent="-342900">
              <a:buFont typeface="+mj-lt"/>
              <a:buAutoNum type="arabicPeriod"/>
            </a:pPr>
            <a:r>
              <a:rPr lang="en-US" sz="1400" dirty="0" err="1">
                <a:solidFill>
                  <a:srgbClr val="000000"/>
                </a:solidFill>
                <a:latin typeface="Consolas" panose="020B0609020204030204" pitchFamily="49" charset="0"/>
              </a:rPr>
              <a:t>Sæt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p_num</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til</a:t>
            </a:r>
            <a:r>
              <a:rPr lang="en-US" sz="1400" dirty="0">
                <a:solidFill>
                  <a:srgbClr val="000000"/>
                </a:solidFill>
                <a:latin typeface="Consolas" panose="020B0609020204030204" pitchFamily="49" charset="0"/>
              </a:rPr>
              <a:t> num-</a:t>
            </a:r>
            <a:r>
              <a:rPr lang="en-US" sz="1400" dirty="0" err="1">
                <a:solidFill>
                  <a:srgbClr val="000000"/>
                </a:solidFill>
                <a:latin typeface="Consolas" panose="020B0609020204030204" pitchFamily="49" charset="0"/>
              </a:rPr>
              <a:t>hukommelse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addressen</a:t>
            </a:r>
            <a:r>
              <a:rPr lang="en-US" sz="1400" dirty="0">
                <a:solidFill>
                  <a:srgbClr val="000000"/>
                </a:solidFill>
                <a:latin typeface="Consolas" panose="020B0609020204030204" pitchFamily="49" charset="0"/>
              </a:rPr>
              <a:t>.</a:t>
            </a:r>
          </a:p>
          <a:p>
            <a:pPr marL="800065" lvl="1" indent="-342900">
              <a:buFont typeface="+mj-lt"/>
              <a:buAutoNum type="arabicPeriod"/>
            </a:pPr>
            <a:r>
              <a:rPr lang="en-US" sz="1400" dirty="0">
                <a:solidFill>
                  <a:srgbClr val="000000"/>
                </a:solidFill>
                <a:latin typeface="Consolas" panose="020B0609020204030204" pitchFamily="49" charset="0"/>
              </a:rPr>
              <a:t>hint: </a:t>
            </a:r>
            <a:r>
              <a:rPr lang="en-US" sz="1400" dirty="0" err="1">
                <a:solidFill>
                  <a:srgbClr val="000000"/>
                </a:solidFill>
                <a:latin typeface="Consolas" panose="020B0609020204030204" pitchFamily="49" charset="0"/>
              </a:rPr>
              <a:t>Hvordan</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får</a:t>
            </a:r>
            <a:r>
              <a:rPr lang="en-US" sz="1400" dirty="0">
                <a:solidFill>
                  <a:srgbClr val="000000"/>
                </a:solidFill>
                <a:latin typeface="Consolas" panose="020B0609020204030204" pitchFamily="49" charset="0"/>
              </a:rPr>
              <a:t> man </a:t>
            </a:r>
            <a:r>
              <a:rPr lang="en-US" sz="1400" dirty="0" err="1">
                <a:solidFill>
                  <a:srgbClr val="000000"/>
                </a:solidFill>
                <a:latin typeface="Consolas" panose="020B0609020204030204" pitchFamily="49" charset="0"/>
              </a:rPr>
              <a:t>addressen</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af</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en</a:t>
            </a:r>
            <a:r>
              <a:rPr lang="en-US" sz="1400" dirty="0">
                <a:solidFill>
                  <a:srgbClr val="000000"/>
                </a:solidFill>
                <a:latin typeface="Consolas" panose="020B0609020204030204" pitchFamily="49" charset="0"/>
              </a:rPr>
              <a:t> variable (reference)</a:t>
            </a:r>
          </a:p>
          <a:p>
            <a:pPr marL="342900" indent="-342900">
              <a:buFont typeface="+mj-lt"/>
              <a:buAutoNum type="arabicPeriod"/>
            </a:pPr>
            <a:r>
              <a:rPr lang="en-US" sz="1400" b="0" dirty="0" err="1">
                <a:solidFill>
                  <a:srgbClr val="000000"/>
                </a:solidFill>
                <a:effectLst/>
                <a:latin typeface="Consolas" panose="020B0609020204030204" pitchFamily="49" charset="0"/>
              </a:rPr>
              <a:t>Ændre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værdien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af</a:t>
            </a:r>
            <a:r>
              <a:rPr lang="en-US" sz="1400" b="0" dirty="0">
                <a:solidFill>
                  <a:srgbClr val="000000"/>
                </a:solidFill>
                <a:effectLst/>
                <a:latin typeface="Consolas" panose="020B0609020204030204" pitchFamily="49" charset="0"/>
              </a:rPr>
              <a:t> num, </a:t>
            </a:r>
            <a:r>
              <a:rPr lang="en-US" sz="1400" b="0" dirty="0" err="1">
                <a:solidFill>
                  <a:srgbClr val="000000"/>
                </a:solidFill>
                <a:effectLst/>
                <a:latin typeface="Consolas" panose="020B0609020204030204" pitchFamily="49" charset="0"/>
              </a:rPr>
              <a:t>ved</a:t>
            </a:r>
            <a:r>
              <a:rPr lang="en-US" sz="1400" b="0" dirty="0">
                <a:solidFill>
                  <a:srgbClr val="000000"/>
                </a:solidFill>
                <a:effectLst/>
                <a:latin typeface="Consolas" panose="020B0609020204030204" pitchFamily="49" charset="0"/>
              </a:rPr>
              <a:t> at </a:t>
            </a:r>
            <a:r>
              <a:rPr lang="en-US" sz="1400" b="0" dirty="0" err="1">
                <a:solidFill>
                  <a:srgbClr val="000000"/>
                </a:solidFill>
                <a:effectLst/>
                <a:latin typeface="Consolas" panose="020B0609020204030204" pitchFamily="49" charset="0"/>
              </a:rPr>
              <a:t>bruge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p_num</a:t>
            </a:r>
            <a:endParaRPr lang="en-US" sz="1400" b="0" dirty="0">
              <a:solidFill>
                <a:srgbClr val="000000"/>
              </a:solidFill>
              <a:effectLst/>
              <a:latin typeface="Consolas" panose="020B0609020204030204" pitchFamily="49" charset="0"/>
            </a:endParaRPr>
          </a:p>
          <a:p>
            <a:pPr marL="800065" lvl="1" indent="-342900">
              <a:buFont typeface="+mj-lt"/>
              <a:buAutoNum type="arabicPeriod"/>
            </a:pPr>
            <a:r>
              <a:rPr lang="en-US" sz="1400" dirty="0">
                <a:solidFill>
                  <a:srgbClr val="000000"/>
                </a:solidFill>
                <a:latin typeface="Consolas" panose="020B0609020204030204" pitchFamily="49" charset="0"/>
              </a:rPr>
              <a:t>hint: </a:t>
            </a:r>
            <a:r>
              <a:rPr lang="en-US" sz="1400" dirty="0" err="1">
                <a:solidFill>
                  <a:srgbClr val="000000"/>
                </a:solidFill>
                <a:latin typeface="Consolas" panose="020B0609020204030204" pitchFamily="49" charset="0"/>
              </a:rPr>
              <a:t>hvordan</a:t>
            </a:r>
            <a:r>
              <a:rPr lang="en-US" sz="1400" dirty="0">
                <a:solidFill>
                  <a:srgbClr val="000000"/>
                </a:solidFill>
                <a:latin typeface="Consolas" panose="020B0609020204030204" pitchFamily="49" charset="0"/>
              </a:rPr>
              <a:t> de-</a:t>
            </a:r>
            <a:r>
              <a:rPr lang="en-US" sz="1400" dirty="0" err="1">
                <a:solidFill>
                  <a:srgbClr val="000000"/>
                </a:solidFill>
                <a:latin typeface="Consolas" panose="020B0609020204030204" pitchFamily="49" charset="0"/>
              </a:rPr>
              <a:t>referencer</a:t>
            </a:r>
            <a:r>
              <a:rPr lang="en-US" sz="1400" dirty="0">
                <a:solidFill>
                  <a:srgbClr val="000000"/>
                </a:solidFill>
                <a:latin typeface="Consolas" panose="020B0609020204030204" pitchFamily="49" charset="0"/>
              </a:rPr>
              <a:t> man </a:t>
            </a:r>
            <a:r>
              <a:rPr lang="en-US" sz="1400" dirty="0" err="1">
                <a:solidFill>
                  <a:srgbClr val="000000"/>
                </a:solidFill>
                <a:latin typeface="Consolas" panose="020B0609020204030204" pitchFamily="49" charset="0"/>
              </a:rPr>
              <a:t>en</a:t>
            </a:r>
            <a:r>
              <a:rPr lang="en-US" sz="1400" dirty="0">
                <a:solidFill>
                  <a:srgbClr val="000000"/>
                </a:solidFill>
                <a:latin typeface="Consolas" panose="020B0609020204030204" pitchFamily="49" charset="0"/>
              </a:rPr>
              <a:t> pointer </a:t>
            </a:r>
            <a:r>
              <a:rPr lang="en-US" sz="1400" dirty="0" err="1">
                <a:solidFill>
                  <a:srgbClr val="000000"/>
                </a:solidFill>
                <a:latin typeface="Consolas" panose="020B0609020204030204" pitchFamily="49" charset="0"/>
              </a:rPr>
              <a:t>variabel</a:t>
            </a:r>
            <a:r>
              <a:rPr lang="en-US" sz="1400" dirty="0">
                <a:solidFill>
                  <a:srgbClr val="000000"/>
                </a:solidFill>
                <a:latin typeface="Consolas" panose="020B0609020204030204" pitchFamily="49" charset="0"/>
              </a:rPr>
              <a:t>? (og </a:t>
            </a:r>
            <a:r>
              <a:rPr lang="en-US" sz="1400" dirty="0" err="1">
                <a:solidFill>
                  <a:srgbClr val="000000"/>
                </a:solidFill>
                <a:latin typeface="Consolas" panose="020B0609020204030204" pitchFamily="49" charset="0"/>
              </a:rPr>
              <a:t>hvad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betyder</a:t>
            </a:r>
            <a:r>
              <a:rPr lang="en-US" sz="1400" dirty="0">
                <a:solidFill>
                  <a:srgbClr val="000000"/>
                </a:solidFill>
                <a:latin typeface="Consolas" panose="020B0609020204030204" pitchFamily="49" charset="0"/>
              </a:rPr>
              <a:t> det)</a:t>
            </a:r>
            <a:endParaRPr lang="en-US" sz="1400" b="0" dirty="0">
              <a:solidFill>
                <a:srgbClr val="000000"/>
              </a:solidFill>
              <a:effectLst/>
              <a:latin typeface="Consolas" panose="020B0609020204030204" pitchFamily="49" charset="0"/>
            </a:endParaRPr>
          </a:p>
          <a:p>
            <a:pPr marL="342900" indent="-342900">
              <a:buFont typeface="+mj-lt"/>
              <a:buAutoNum type="arabicPeriod"/>
            </a:pPr>
            <a:r>
              <a:rPr lang="en-US" sz="1400" dirty="0">
                <a:solidFill>
                  <a:srgbClr val="000000"/>
                </a:solidFill>
                <a:latin typeface="Consolas" panose="020B0609020204030204" pitchFamily="49" charset="0"/>
              </a:rPr>
              <a:t>print </a:t>
            </a:r>
            <a:r>
              <a:rPr lang="en-US" sz="1400" dirty="0" err="1">
                <a:solidFill>
                  <a:srgbClr val="000000"/>
                </a:solidFill>
                <a:latin typeface="Consolas" panose="020B0609020204030204" pitchFamily="49" charset="0"/>
              </a:rPr>
              <a:t>værdien</a:t>
            </a:r>
            <a:r>
              <a:rPr lang="en-US" sz="1400" dirty="0">
                <a:solidFill>
                  <a:srgbClr val="000000"/>
                </a:solidFill>
                <a:latin typeface="Consolas" panose="020B0609020204030204" pitchFamily="49" charset="0"/>
              </a:rPr>
              <a:t> og </a:t>
            </a:r>
            <a:r>
              <a:rPr lang="en-US" sz="1400" dirty="0" err="1">
                <a:solidFill>
                  <a:srgbClr val="000000"/>
                </a:solidFill>
                <a:latin typeface="Consolas" panose="020B0609020204030204" pitchFamily="49" charset="0"/>
              </a:rPr>
              <a:t>addressen</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af</a:t>
            </a:r>
            <a:r>
              <a:rPr lang="en-US" sz="1400" dirty="0">
                <a:solidFill>
                  <a:srgbClr val="000000"/>
                </a:solidFill>
                <a:latin typeface="Consolas" panose="020B0609020204030204" pitchFamily="49" charset="0"/>
              </a:rPr>
              <a:t> num og </a:t>
            </a:r>
            <a:r>
              <a:rPr lang="en-US" sz="1400" dirty="0" err="1">
                <a:solidFill>
                  <a:srgbClr val="000000"/>
                </a:solidFill>
                <a:latin typeface="Consolas" panose="020B0609020204030204" pitchFamily="49" charset="0"/>
              </a:rPr>
              <a:t>p_num</a:t>
            </a:r>
            <a:endParaRPr lang="en-US" sz="1400" dirty="0">
              <a:solidFill>
                <a:srgbClr val="000000"/>
              </a:solidFill>
              <a:latin typeface="Consolas" panose="020B0609020204030204" pitchFamily="49" charset="0"/>
            </a:endParaRPr>
          </a:p>
          <a:p>
            <a:pPr marL="342900" indent="-342900">
              <a:buFont typeface="+mj-lt"/>
              <a:buAutoNum type="arabicPeriod"/>
            </a:pPr>
            <a:r>
              <a:rPr lang="en-US" sz="1400" dirty="0" err="1">
                <a:solidFill>
                  <a:srgbClr val="000000"/>
                </a:solidFill>
                <a:latin typeface="Consolas" panose="020B0609020204030204" pitchFamily="49" charset="0"/>
              </a:rPr>
              <a:t>Kør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programmet</a:t>
            </a:r>
            <a:endParaRPr lang="en-US" sz="1400" dirty="0">
              <a:solidFill>
                <a:srgbClr val="000000"/>
              </a:solidFill>
              <a:latin typeface="Consolas" panose="020B0609020204030204" pitchFamily="49" charset="0"/>
            </a:endParaRPr>
          </a:p>
          <a:p>
            <a:pPr marL="342900" indent="-342900">
              <a:buFont typeface="+mj-lt"/>
              <a:buAutoNum type="arabicPeriod"/>
            </a:pPr>
            <a:endParaRPr lang="en-US" sz="1400" dirty="0">
              <a:solidFill>
                <a:srgbClr val="000000"/>
              </a:solidFill>
              <a:latin typeface="Consolas" panose="020B0609020204030204" pitchFamily="49" charset="0"/>
            </a:endParaRPr>
          </a:p>
          <a:p>
            <a:pPr marL="342900" indent="-342900">
              <a:buFont typeface="+mj-lt"/>
              <a:buAutoNum type="arabicPeriod"/>
            </a:pPr>
            <a:endParaRPr lang="en-US" sz="1400" dirty="0">
              <a:solidFill>
                <a:srgbClr val="000000"/>
              </a:solidFill>
              <a:latin typeface="Consolas" panose="020B0609020204030204" pitchFamily="49" charset="0"/>
            </a:endParaRPr>
          </a:p>
          <a:p>
            <a:r>
              <a:rPr lang="en-US" sz="1400" dirty="0">
                <a:solidFill>
                  <a:srgbClr val="000000"/>
                </a:solidFill>
                <a:latin typeface="Consolas" panose="020B0609020204030204" pitchFamily="49" charset="0"/>
              </a:rPr>
              <a:t>    </a:t>
            </a:r>
            <a:r>
              <a:rPr lang="en-US" sz="1400" dirty="0">
                <a:solidFill>
                  <a:srgbClr val="008000"/>
                </a:solidFill>
                <a:latin typeface="Consolas" panose="020B0609020204030204" pitchFamily="49" charset="0"/>
              </a:rPr>
              <a:t>// reference to variable (it's address)</a:t>
            </a:r>
            <a:endParaRPr lang="en-US" sz="1400" dirty="0">
              <a:solidFill>
                <a:srgbClr val="000000"/>
              </a:solidFill>
              <a:latin typeface="Consolas" panose="020B0609020204030204" pitchFamily="49" charset="0"/>
            </a:endParaRPr>
          </a:p>
          <a:p>
            <a:r>
              <a:rPr lang="en-US" sz="1400" dirty="0">
                <a:solidFill>
                  <a:srgbClr val="000000"/>
                </a:solidFill>
                <a:latin typeface="Consolas" panose="020B0609020204030204" pitchFamily="49" charset="0"/>
              </a:rPr>
              <a:t>    &amp;</a:t>
            </a:r>
            <a:r>
              <a:rPr lang="en-US" sz="1400" dirty="0">
                <a:solidFill>
                  <a:srgbClr val="1F377F"/>
                </a:solidFill>
                <a:latin typeface="Consolas" panose="020B0609020204030204" pitchFamily="49" charset="0"/>
              </a:rPr>
              <a:t>num1</a:t>
            </a:r>
            <a:r>
              <a:rPr lang="en-US" sz="1400" dirty="0">
                <a:solidFill>
                  <a:srgbClr val="000000"/>
                </a:solidFill>
                <a:latin typeface="Consolas" panose="020B0609020204030204" pitchFamily="49" charset="0"/>
              </a:rPr>
              <a:t>;</a:t>
            </a:r>
            <a:r>
              <a:rPr lang="en-US" sz="1400" dirty="0">
                <a:solidFill>
                  <a:srgbClr val="008000"/>
                </a:solidFill>
                <a:latin typeface="Consolas" panose="020B0609020204030204" pitchFamily="49" charset="0"/>
              </a:rPr>
              <a:t> // reference variable num1 (get the address of variable num1)</a:t>
            </a:r>
            <a:endParaRPr lang="en-US" sz="1400" dirty="0">
              <a:solidFill>
                <a:srgbClr val="000000"/>
              </a:solidFill>
              <a:latin typeface="Consolas" panose="020B0609020204030204" pitchFamily="49" charset="0"/>
            </a:endParaRPr>
          </a:p>
          <a:p>
            <a:r>
              <a:rPr lang="en-US" sz="1400" dirty="0">
                <a:solidFill>
                  <a:srgbClr val="000000"/>
                </a:solidFill>
                <a:latin typeface="Consolas" panose="020B0609020204030204" pitchFamily="49" charset="0"/>
              </a:rPr>
              <a:t>    *</a:t>
            </a:r>
            <a:r>
              <a:rPr lang="en-US" sz="1400" dirty="0" err="1">
                <a:solidFill>
                  <a:srgbClr val="1F377F"/>
                </a:solidFill>
                <a:latin typeface="Consolas" panose="020B0609020204030204" pitchFamily="49" charset="0"/>
              </a:rPr>
              <a:t>p_num</a:t>
            </a:r>
            <a:r>
              <a:rPr lang="en-US" sz="1400" dirty="0">
                <a:solidFill>
                  <a:srgbClr val="000000"/>
                </a:solidFill>
                <a:latin typeface="Consolas" panose="020B0609020204030204" pitchFamily="49" charset="0"/>
              </a:rPr>
              <a:t>;</a:t>
            </a:r>
            <a:r>
              <a:rPr lang="en-US" sz="1400" dirty="0">
                <a:solidFill>
                  <a:srgbClr val="008000"/>
                </a:solidFill>
                <a:latin typeface="Consolas" panose="020B0609020204030204" pitchFamily="49" charset="0"/>
              </a:rPr>
              <a:t> // dereference pointer </a:t>
            </a:r>
            <a:r>
              <a:rPr lang="en-US" sz="1400" dirty="0" err="1">
                <a:solidFill>
                  <a:srgbClr val="008000"/>
                </a:solidFill>
                <a:latin typeface="Consolas" panose="020B0609020204030204" pitchFamily="49" charset="0"/>
              </a:rPr>
              <a:t>p_num</a:t>
            </a:r>
            <a:r>
              <a:rPr lang="en-US" sz="1400" dirty="0">
                <a:solidFill>
                  <a:srgbClr val="008000"/>
                </a:solidFill>
                <a:latin typeface="Consolas" panose="020B0609020204030204" pitchFamily="49" charset="0"/>
              </a:rPr>
              <a:t> (get value at the address pointer </a:t>
            </a:r>
            <a:r>
              <a:rPr lang="en-US" sz="1400" dirty="0" err="1">
                <a:solidFill>
                  <a:srgbClr val="008000"/>
                </a:solidFill>
                <a:latin typeface="Consolas" panose="020B0609020204030204" pitchFamily="49" charset="0"/>
              </a:rPr>
              <a:t>p_num</a:t>
            </a:r>
            <a:r>
              <a:rPr lang="en-US" sz="1400" dirty="0">
                <a:solidFill>
                  <a:srgbClr val="008000"/>
                </a:solidFill>
                <a:latin typeface="Consolas" panose="020B0609020204030204" pitchFamily="49" charset="0"/>
              </a:rPr>
              <a:t> points to)</a:t>
            </a:r>
            <a:endParaRPr lang="en-US" sz="1400" dirty="0">
              <a:solidFill>
                <a:srgbClr val="000000"/>
              </a:solidFill>
              <a:latin typeface="Consolas" panose="020B0609020204030204" pitchFamily="49" charset="0"/>
            </a:endParaRPr>
          </a:p>
          <a:p>
            <a:pPr marL="342900" indent="-342900">
              <a:buFont typeface="+mj-lt"/>
              <a:buAutoNum type="arabicPeriod"/>
            </a:pPr>
            <a:endParaRPr lang="en-US" sz="14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9711774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BFD12118-34A6-4066-ACB6-E8B16636C29C}"/>
              </a:ext>
            </a:extLst>
          </p:cNvPr>
          <p:cNvSpPr>
            <a:spLocks noGrp="1"/>
          </p:cNvSpPr>
          <p:nvPr>
            <p:ph type="title"/>
          </p:nvPr>
        </p:nvSpPr>
        <p:spPr>
          <a:xfrm>
            <a:off x="587374" y="370290"/>
            <a:ext cx="11083636" cy="1474385"/>
          </a:xfrm>
        </p:spPr>
        <p:txBody>
          <a:bodyPr/>
          <a:lstStyle/>
          <a:p>
            <a:r>
              <a:rPr lang="da-DK" dirty="0"/>
              <a:t>Reference and Pointers</a:t>
            </a:r>
          </a:p>
        </p:txBody>
      </p:sp>
      <p:sp>
        <p:nvSpPr>
          <p:cNvPr id="9" name="TextBox 8">
            <a:extLst>
              <a:ext uri="{FF2B5EF4-FFF2-40B4-BE49-F238E27FC236}">
                <a16:creationId xmlns:a16="http://schemas.microsoft.com/office/drawing/2014/main" id="{BE2CB78F-CB82-F2ED-DDEE-B139E3C89CD8}"/>
              </a:ext>
            </a:extLst>
          </p:cNvPr>
          <p:cNvSpPr txBox="1"/>
          <p:nvPr/>
        </p:nvSpPr>
        <p:spPr>
          <a:xfrm>
            <a:off x="587374" y="1107482"/>
            <a:ext cx="6097190" cy="5324535"/>
          </a:xfrm>
          <a:prstGeom prst="rect">
            <a:avLst/>
          </a:prstGeom>
          <a:noFill/>
        </p:spPr>
        <p:txBody>
          <a:bodyPr wrap="square">
            <a:spAutoFit/>
          </a:bodyPr>
          <a:lstStyle/>
          <a:p>
            <a:pPr marL="228600" indent="-228600">
              <a:buFont typeface="+mj-lt"/>
              <a:buAutoNum type="arabicPeriod"/>
            </a:pPr>
            <a:r>
              <a:rPr lang="en-US" sz="1000" b="0" dirty="0">
                <a:solidFill>
                  <a:srgbClr val="808080"/>
                </a:solidFill>
                <a:effectLst/>
                <a:latin typeface="Consolas" panose="020B0609020204030204" pitchFamily="49" charset="0"/>
              </a:rPr>
              <a:t>#include</a:t>
            </a:r>
            <a:r>
              <a:rPr lang="en-US" sz="1000" b="0" dirty="0">
                <a:solidFill>
                  <a:srgbClr val="000000"/>
                </a:solidFill>
                <a:effectLst/>
                <a:latin typeface="Consolas" panose="020B0609020204030204" pitchFamily="49" charset="0"/>
              </a:rPr>
              <a:t> </a:t>
            </a:r>
            <a:r>
              <a:rPr lang="en-US" sz="1000" b="0" dirty="0">
                <a:solidFill>
                  <a:srgbClr val="E21F1F"/>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stdio.h</a:t>
            </a:r>
            <a:r>
              <a:rPr lang="en-US" sz="1000" b="0" dirty="0">
                <a:solidFill>
                  <a:srgbClr val="E21F1F"/>
                </a:solidFill>
                <a:effectLst/>
                <a:latin typeface="Consolas" panose="020B0609020204030204" pitchFamily="49" charset="0"/>
              </a:rPr>
              <a:t>&gt;</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74531F"/>
                </a:solidFill>
                <a:effectLst/>
                <a:latin typeface="Consolas" panose="020B0609020204030204" pitchFamily="49" charset="0"/>
              </a:rPr>
              <a:t>main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8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num1</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10</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num2</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100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Notice the variable addresses in the program!</a:t>
            </a:r>
            <a:r>
              <a:rPr lang="en-US" sz="1000" b="0" dirty="0">
                <a:solidFill>
                  <a:srgbClr val="B776FB"/>
                </a:solidFill>
                <a:effectLst/>
                <a:latin typeface="Consolas" panose="020B0609020204030204" pitchFamily="49" charset="0"/>
              </a:rPr>
              <a:t>\n</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num1 =</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\t</a:t>
            </a:r>
            <a:r>
              <a:rPr lang="en-US" sz="1000" dirty="0">
                <a:solidFill>
                  <a:srgbClr val="B776FB"/>
                </a:solidFill>
                <a:latin typeface="Consolas" panose="020B0609020204030204" pitchFamily="49" charset="0"/>
              </a:rPr>
              <a:t>&amp;num1=</a:t>
            </a:r>
            <a:r>
              <a:rPr lang="en-US" sz="1000" b="0" dirty="0">
                <a:solidFill>
                  <a:srgbClr val="1F377F"/>
                </a:solidFill>
                <a:effectLst/>
                <a:latin typeface="Consolas" panose="020B0609020204030204" pitchFamily="49" charset="0"/>
              </a:rPr>
              <a:t>%x</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num1</a:t>
            </a:r>
            <a:r>
              <a:rPr lang="en-US" sz="1000" b="0" dirty="0">
                <a:solidFill>
                  <a:srgbClr val="000000"/>
                </a:solidFill>
                <a:effectLst/>
                <a:latin typeface="Consolas" panose="020B0609020204030204" pitchFamily="49" charset="0"/>
              </a:rPr>
              <a:t>, &amp;</a:t>
            </a:r>
            <a:r>
              <a:rPr lang="en-US" sz="1000" b="0" dirty="0">
                <a:solidFill>
                  <a:srgbClr val="1F377F"/>
                </a:solidFill>
                <a:effectLst/>
                <a:latin typeface="Consolas" panose="020B0609020204030204" pitchFamily="49" charset="0"/>
              </a:rPr>
              <a:t>num1</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num2 =</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\t</a:t>
            </a:r>
            <a:r>
              <a:rPr lang="en-US" sz="1000" dirty="0">
                <a:solidFill>
                  <a:srgbClr val="B776FB"/>
                </a:solidFill>
                <a:latin typeface="Consolas" panose="020B0609020204030204" pitchFamily="49" charset="0"/>
              </a:rPr>
              <a:t>&amp;num2=</a:t>
            </a:r>
            <a:r>
              <a:rPr lang="en-US" sz="1000" b="0" dirty="0">
                <a:solidFill>
                  <a:srgbClr val="1F377F"/>
                </a:solidFill>
                <a:effectLst/>
                <a:latin typeface="Consolas" panose="020B0609020204030204" pitchFamily="49" charset="0"/>
              </a:rPr>
              <a:t>%x</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num2</a:t>
            </a:r>
            <a:r>
              <a:rPr lang="en-US" sz="1000" b="0" dirty="0">
                <a:solidFill>
                  <a:srgbClr val="000000"/>
                </a:solidFill>
                <a:effectLst/>
                <a:latin typeface="Consolas" panose="020B0609020204030204" pitchFamily="49" charset="0"/>
              </a:rPr>
              <a:t>, &amp;</a:t>
            </a:r>
            <a:r>
              <a:rPr lang="en-US" sz="1000" b="0" dirty="0">
                <a:solidFill>
                  <a:srgbClr val="1F377F"/>
                </a:solidFill>
                <a:effectLst/>
                <a:latin typeface="Consolas" panose="020B0609020204030204" pitchFamily="49" charset="0"/>
              </a:rPr>
              <a:t>num2</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n</a:t>
            </a:r>
            <a:r>
              <a:rPr lang="en-US" sz="1000" b="0" dirty="0" err="1">
                <a:solidFill>
                  <a:srgbClr val="A31515"/>
                </a:solidFill>
                <a:effectLst/>
                <a:latin typeface="Consolas" panose="020B0609020204030204" pitchFamily="49" charset="0"/>
              </a:rPr>
              <a:t>set</a:t>
            </a:r>
            <a:r>
              <a:rPr lang="en-US" sz="1000" b="0" dirty="0">
                <a:solidFill>
                  <a:srgbClr val="A31515"/>
                </a:solidFill>
                <a:effectLst/>
                <a:latin typeface="Consolas" panose="020B0609020204030204" pitchFamily="49" charset="0"/>
              </a:rPr>
              <a:t> pointer to num1 address</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 = &amp;</a:t>
            </a:r>
            <a:r>
              <a:rPr lang="en-US" sz="1000" b="0" dirty="0">
                <a:solidFill>
                  <a:srgbClr val="1F377F"/>
                </a:solidFill>
                <a:effectLst/>
                <a:latin typeface="Consolas" panose="020B0609020204030204" pitchFamily="49" charset="0"/>
              </a:rPr>
              <a:t>num1</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set pointer to num1 address</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a:t>
            </a:r>
            <a:r>
              <a:rPr lang="en-US" sz="1000" b="0" dirty="0" err="1">
                <a:solidFill>
                  <a:srgbClr val="A31515"/>
                </a:solidFill>
                <a:effectLst/>
                <a:latin typeface="Consolas" panose="020B0609020204030204" pitchFamily="49" charset="0"/>
              </a:rPr>
              <a:t>p_num</a:t>
            </a:r>
            <a:r>
              <a:rPr lang="en-US" sz="1000" b="0" dirty="0">
                <a:solidFill>
                  <a:srgbClr val="A31515"/>
                </a:solidFill>
                <a:effectLst/>
                <a:latin typeface="Consolas" panose="020B0609020204030204" pitchFamily="49" charset="0"/>
              </a:rPr>
              <a:t> =</a:t>
            </a:r>
            <a:r>
              <a:rPr lang="en-US" sz="1000" b="0" dirty="0">
                <a:solidFill>
                  <a:srgbClr val="B776FB"/>
                </a:solidFill>
                <a:effectLst/>
                <a:latin typeface="Consolas" panose="020B0609020204030204" pitchFamily="49" charset="0"/>
              </a:rPr>
              <a:t>\t\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%x</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a:t>
            </a:r>
            <a:r>
              <a:rPr lang="en-US" sz="1000" b="0" dirty="0" err="1">
                <a:solidFill>
                  <a:srgbClr val="A31515"/>
                </a:solidFill>
                <a:effectLst/>
                <a:latin typeface="Consolas" panose="020B0609020204030204" pitchFamily="49" charset="0"/>
              </a:rPr>
              <a:t>p_num</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p_num</a:t>
            </a:r>
            <a:r>
              <a:rPr lang="en-US" sz="1000" b="0" dirty="0">
                <a:solidFill>
                  <a:srgbClr val="008000"/>
                </a:solidFill>
                <a:effectLst/>
                <a:latin typeface="Consolas" panose="020B0609020204030204" pitchFamily="49" charset="0"/>
              </a:rPr>
              <a:t> dereferences </a:t>
            </a:r>
            <a:r>
              <a:rPr lang="en-US" sz="1000" b="0" dirty="0" err="1">
                <a:solidFill>
                  <a:srgbClr val="008000"/>
                </a:solidFill>
                <a:effectLst/>
                <a:latin typeface="Consolas" panose="020B0609020204030204" pitchFamily="49" charset="0"/>
              </a:rPr>
              <a:t>p_num</a:t>
            </a:r>
            <a:endParaRPr lang="en-US" sz="1000" b="0" dirty="0">
              <a:solidFill>
                <a:srgbClr val="000000"/>
              </a:solidFill>
              <a:effectLst/>
              <a:latin typeface="Consolas" panose="020B0609020204030204" pitchFamily="49" charset="0"/>
            </a:endParaRPr>
          </a:p>
          <a:p>
            <a:pPr marL="228600" indent="-228600">
              <a:buFont typeface="+mj-lt"/>
              <a:buAutoNum type="arabicPeriod"/>
            </a:pP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8000"/>
                </a:solidFill>
                <a:effectLst/>
                <a:latin typeface="Consolas" panose="020B0609020204030204" pitchFamily="49" charset="0"/>
              </a:rPr>
              <a:t>// change value of num1 using call: *</a:t>
            </a:r>
            <a:r>
              <a:rPr lang="en-US" sz="1000" b="0" dirty="0" err="1">
                <a:solidFill>
                  <a:srgbClr val="008000"/>
                </a:solidFill>
                <a:effectLst/>
                <a:latin typeface="Consolas" panose="020B0609020204030204" pitchFamily="49" charset="0"/>
              </a:rPr>
              <a:t>p_num</a:t>
            </a:r>
            <a:r>
              <a:rPr lang="en-US" sz="1000" b="0" dirty="0">
                <a:solidFill>
                  <a:srgbClr val="008000"/>
                </a:solidFill>
                <a:effectLst/>
                <a:latin typeface="Consolas" panose="020B0609020204030204" pitchFamily="49" charset="0"/>
              </a:rPr>
              <a:t> = 14</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n</a:t>
            </a:r>
            <a:r>
              <a:rPr lang="en-US" sz="1000" b="0" dirty="0" err="1">
                <a:solidFill>
                  <a:srgbClr val="A31515"/>
                </a:solidFill>
                <a:effectLst/>
                <a:latin typeface="Consolas" panose="020B0609020204030204" pitchFamily="49" charset="0"/>
              </a:rPr>
              <a:t>change</a:t>
            </a:r>
            <a:r>
              <a:rPr lang="en-US" sz="1000" b="0" dirty="0">
                <a:solidFill>
                  <a:srgbClr val="A31515"/>
                </a:solidFill>
                <a:effectLst/>
                <a:latin typeface="Consolas" panose="020B0609020204030204" pitchFamily="49" charset="0"/>
              </a:rPr>
              <a:t> value at </a:t>
            </a:r>
            <a:r>
              <a:rPr lang="en-US" sz="1000" b="0" dirty="0" err="1">
                <a:solidFill>
                  <a:srgbClr val="A31515"/>
                </a:solidFill>
                <a:effectLst/>
                <a:latin typeface="Consolas" panose="020B0609020204030204" pitchFamily="49" charset="0"/>
              </a:rPr>
              <a:t>p_num</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14</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a:t>
            </a:r>
            <a:r>
              <a:rPr lang="en-US" sz="1000" b="0" dirty="0" err="1">
                <a:solidFill>
                  <a:srgbClr val="A31515"/>
                </a:solidFill>
                <a:effectLst/>
                <a:latin typeface="Consolas" panose="020B0609020204030204" pitchFamily="49" charset="0"/>
              </a:rPr>
              <a:t>p_num</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p_num</a:t>
            </a:r>
            <a:r>
              <a:rPr lang="en-US" sz="1000" b="0" dirty="0">
                <a:solidFill>
                  <a:srgbClr val="008000"/>
                </a:solidFill>
                <a:effectLst/>
                <a:latin typeface="Consolas" panose="020B0609020204030204" pitchFamily="49" charset="0"/>
              </a:rPr>
              <a:t> dereferences </a:t>
            </a:r>
            <a:r>
              <a:rPr lang="en-US" sz="1000" b="0" dirty="0" err="1">
                <a:solidFill>
                  <a:srgbClr val="008000"/>
                </a:solidFill>
                <a:effectLst/>
                <a:latin typeface="Consolas" panose="020B0609020204030204" pitchFamily="49" charset="0"/>
              </a:rPr>
              <a:t>p_num</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num1 =</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num1</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value at num1</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8000"/>
                </a:solidFill>
                <a:effectLst/>
                <a:latin typeface="Consolas" panose="020B0609020204030204" pitchFamily="49" charset="0"/>
              </a:rPr>
              <a:t>// change pointer to point at num2</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n</a:t>
            </a:r>
            <a:r>
              <a:rPr lang="en-US" sz="1000" b="0" dirty="0" err="1">
                <a:solidFill>
                  <a:srgbClr val="A31515"/>
                </a:solidFill>
                <a:effectLst/>
                <a:latin typeface="Consolas" panose="020B0609020204030204" pitchFamily="49" charset="0"/>
              </a:rPr>
              <a:t>change</a:t>
            </a:r>
            <a:r>
              <a:rPr lang="en-US" sz="1000" b="0" dirty="0">
                <a:solidFill>
                  <a:srgbClr val="A31515"/>
                </a:solidFill>
                <a:effectLst/>
                <a:latin typeface="Consolas" panose="020B0609020204030204" pitchFamily="49" charset="0"/>
              </a:rPr>
              <a:t> pointer to point at num2</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 = &amp;</a:t>
            </a:r>
            <a:r>
              <a:rPr lang="en-US" sz="1000" b="0" dirty="0">
                <a:solidFill>
                  <a:srgbClr val="1F377F"/>
                </a:solidFill>
                <a:effectLst/>
                <a:latin typeface="Consolas" panose="020B0609020204030204" pitchFamily="49" charset="0"/>
              </a:rPr>
              <a:t>num2</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pointer to num2 address</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a:t>
            </a:r>
            <a:r>
              <a:rPr lang="en-US" sz="1000" b="0" dirty="0" err="1">
                <a:solidFill>
                  <a:srgbClr val="A31515"/>
                </a:solidFill>
                <a:effectLst/>
                <a:latin typeface="Consolas" panose="020B0609020204030204" pitchFamily="49" charset="0"/>
              </a:rPr>
              <a:t>p_num</a:t>
            </a:r>
            <a:r>
              <a:rPr lang="en-US" sz="1000" b="0" dirty="0">
                <a:solidFill>
                  <a:srgbClr val="A31515"/>
                </a:solidFill>
                <a:effectLst/>
                <a:latin typeface="Consolas" panose="020B0609020204030204" pitchFamily="49" charset="0"/>
              </a:rPr>
              <a:t> = </a:t>
            </a:r>
            <a:r>
              <a:rPr lang="en-US" sz="1000" b="0" dirty="0">
                <a:solidFill>
                  <a:srgbClr val="B776FB"/>
                </a:solidFill>
                <a:effectLst/>
                <a:latin typeface="Consolas" panose="020B0609020204030204" pitchFamily="49" charset="0"/>
              </a:rPr>
              <a:t>\t\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%x</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p_num</a:t>
            </a:r>
            <a:r>
              <a:rPr lang="en-US" sz="1000" b="0" dirty="0">
                <a:solidFill>
                  <a:srgbClr val="008000"/>
                </a:solidFill>
                <a:effectLst/>
                <a:latin typeface="Consolas" panose="020B0609020204030204" pitchFamily="49" charset="0"/>
              </a:rPr>
              <a:t> dereferences </a:t>
            </a:r>
            <a:r>
              <a:rPr lang="en-US" sz="1000" b="0" dirty="0" err="1">
                <a:solidFill>
                  <a:srgbClr val="008000"/>
                </a:solidFill>
                <a:effectLst/>
                <a:latin typeface="Consolas" panose="020B0609020204030204" pitchFamily="49" charset="0"/>
              </a:rPr>
              <a:t>p_num</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  *</a:t>
            </a:r>
            <a:r>
              <a:rPr lang="en-US" sz="1000" b="0" dirty="0" err="1">
                <a:solidFill>
                  <a:srgbClr val="A31515"/>
                </a:solidFill>
                <a:effectLst/>
                <a:latin typeface="Consolas" panose="020B0609020204030204" pitchFamily="49" charset="0"/>
              </a:rPr>
              <a:t>p_num</a:t>
            </a:r>
            <a:r>
              <a:rPr lang="en-US" sz="1000" b="0" dirty="0">
                <a:solidFill>
                  <a:srgbClr val="A31515"/>
                </a:solidFill>
                <a:effectLst/>
                <a:latin typeface="Consolas" panose="020B0609020204030204" pitchFamily="49" charset="0"/>
              </a:rPr>
              <a:t>=</a:t>
            </a:r>
            <a:r>
              <a:rPr lang="en-US" sz="1000" b="0" dirty="0">
                <a:solidFill>
                  <a:srgbClr val="B776FB"/>
                </a:solidFill>
                <a:effectLst/>
                <a:latin typeface="Consolas" panose="020B0609020204030204" pitchFamily="49" charset="0"/>
              </a:rPr>
              <a:t>\</a:t>
            </a:r>
            <a:r>
              <a:rPr lang="en-US" sz="1000" b="0" dirty="0" err="1">
                <a:solidFill>
                  <a:srgbClr val="B776FB"/>
                </a:solidFill>
                <a:effectLst/>
                <a:latin typeface="Consolas" panose="020B0609020204030204" pitchFamily="49" charset="0"/>
              </a:rPr>
              <a:t>t</a:t>
            </a:r>
            <a:r>
              <a:rPr lang="en-US" sz="1000" b="0" dirty="0" err="1">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1F377F"/>
                </a:solidFill>
                <a:effectLst/>
                <a:latin typeface="Consolas" panose="020B0609020204030204" pitchFamily="49" charset="0"/>
              </a:rPr>
              <a:t>p_num</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p_num</a:t>
            </a:r>
            <a:r>
              <a:rPr lang="en-US" sz="1000" b="0" dirty="0">
                <a:solidFill>
                  <a:srgbClr val="008000"/>
                </a:solidFill>
                <a:effectLst/>
                <a:latin typeface="Consolas" panose="020B0609020204030204" pitchFamily="49" charset="0"/>
              </a:rPr>
              <a:t> dereferences </a:t>
            </a:r>
            <a:r>
              <a:rPr lang="en-US" sz="1000" b="0" dirty="0" err="1">
                <a:solidFill>
                  <a:srgbClr val="008000"/>
                </a:solidFill>
                <a:effectLst/>
                <a:latin typeface="Consolas" panose="020B0609020204030204" pitchFamily="49" charset="0"/>
              </a:rPr>
              <a:t>p_num</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8F08C4"/>
                </a:solidFill>
                <a:effectLst/>
                <a:latin typeface="Consolas" panose="020B0609020204030204" pitchFamily="49" charset="0"/>
              </a:rPr>
              <a:t>return</a:t>
            </a:r>
            <a:r>
              <a:rPr lang="en-US" sz="1000" b="0" dirty="0">
                <a:solidFill>
                  <a:srgbClr val="000000"/>
                </a:solidFill>
                <a:effectLst/>
                <a:latin typeface="Consolas" panose="020B0609020204030204" pitchFamily="49" charset="0"/>
              </a:rPr>
              <a:t>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p:txBody>
      </p:sp>
      <p:sp>
        <p:nvSpPr>
          <p:cNvPr id="22" name="TextBox 21">
            <a:extLst>
              <a:ext uri="{FF2B5EF4-FFF2-40B4-BE49-F238E27FC236}">
                <a16:creationId xmlns:a16="http://schemas.microsoft.com/office/drawing/2014/main" id="{7BA135D8-B505-D788-E8CE-7309E0603978}"/>
              </a:ext>
            </a:extLst>
          </p:cNvPr>
          <p:cNvSpPr txBox="1"/>
          <p:nvPr/>
        </p:nvSpPr>
        <p:spPr>
          <a:xfrm>
            <a:off x="6022181" y="2304892"/>
            <a:ext cx="5582445" cy="3231654"/>
          </a:xfrm>
          <a:prstGeom prst="rect">
            <a:avLst/>
          </a:prstGeom>
          <a:noFill/>
        </p:spPr>
        <p:txBody>
          <a:bodyPr wrap="square">
            <a:spAutoFit/>
          </a:bodyPr>
          <a:lstStyle/>
          <a:p>
            <a:r>
              <a:rPr lang="en-US" sz="1200" dirty="0" err="1">
                <a:latin typeface="Consolas" panose="020B0609020204030204" pitchFamily="49" charset="0"/>
              </a:rPr>
              <a:t>gcc</a:t>
            </a:r>
            <a:r>
              <a:rPr lang="en-US" sz="1200" dirty="0">
                <a:latin typeface="Consolas" panose="020B0609020204030204" pitchFamily="49" charset="0"/>
              </a:rPr>
              <a:t> -o main.exe .\</a:t>
            </a:r>
            <a:r>
              <a:rPr lang="en-US" sz="1200" dirty="0" err="1">
                <a:latin typeface="Consolas" panose="020B0609020204030204" pitchFamily="49" charset="0"/>
              </a:rPr>
              <a:t>first_introduction_to_pointers.c</a:t>
            </a:r>
            <a:r>
              <a:rPr lang="en-US" sz="1200" dirty="0">
                <a:latin typeface="Consolas" panose="020B0609020204030204" pitchFamily="49" charset="0"/>
              </a:rPr>
              <a:t> &amp; ./main.exe</a:t>
            </a:r>
          </a:p>
          <a:p>
            <a:pPr marL="171450" indent="-171450">
              <a:buFont typeface="Arial" panose="020B0604020202020204" pitchFamily="34" charset="0"/>
              <a:buChar char="›"/>
            </a:pPr>
            <a:r>
              <a:rPr lang="en-US" sz="1200" dirty="0">
                <a:latin typeface="Consolas" panose="020B0609020204030204" pitchFamily="49" charset="0"/>
              </a:rPr>
              <a:t>Notice the variable addresses in the program!</a:t>
            </a:r>
          </a:p>
          <a:p>
            <a:pPr marL="171450" indent="-171450">
              <a:buFont typeface="Arial" panose="020B0604020202020204" pitchFamily="34" charset="0"/>
              <a:buChar char="›"/>
            </a:pPr>
            <a:r>
              <a:rPr lang="en-US" sz="1200" dirty="0">
                <a:latin typeface="Consolas" panose="020B0609020204030204" pitchFamily="49" charset="0"/>
              </a:rPr>
              <a:t>**</a:t>
            </a:r>
          </a:p>
          <a:p>
            <a:pPr marL="171450" indent="-171450">
              <a:buFont typeface="Arial" panose="020B0604020202020204" pitchFamily="34" charset="0"/>
              <a:buChar char="›"/>
            </a:pPr>
            <a:r>
              <a:rPr lang="en-US" sz="1200" dirty="0">
                <a:latin typeface="Consolas" panose="020B0609020204030204" pitchFamily="49" charset="0"/>
              </a:rPr>
              <a:t>  num1 =        10,     ae1ffc94</a:t>
            </a:r>
          </a:p>
          <a:p>
            <a:pPr marL="171450" indent="-171450">
              <a:buFont typeface="Arial" panose="020B0604020202020204" pitchFamily="34" charset="0"/>
              <a:buChar char="›"/>
            </a:pPr>
            <a:r>
              <a:rPr lang="en-US" sz="1200" dirty="0">
                <a:latin typeface="Consolas" panose="020B0609020204030204" pitchFamily="49" charset="0"/>
              </a:rPr>
              <a:t>  num2 =        100,    ae1ffc90</a:t>
            </a:r>
          </a:p>
          <a:p>
            <a:pPr marL="171450" indent="-171450">
              <a:buFont typeface="Arial" panose="020B0604020202020204" pitchFamily="34" charset="0"/>
              <a:buChar char="›"/>
            </a:pPr>
            <a:endParaRPr lang="en-US" sz="1200" dirty="0">
              <a:latin typeface="Consolas" panose="020B0609020204030204" pitchFamily="49" charset="0"/>
            </a:endParaRPr>
          </a:p>
          <a:p>
            <a:pPr marL="171450" indent="-171450">
              <a:buFont typeface="Arial" panose="020B0604020202020204" pitchFamily="34" charset="0"/>
              <a:buChar char="›"/>
            </a:pPr>
            <a:r>
              <a:rPr lang="en-US" sz="1200" dirty="0">
                <a:latin typeface="Consolas" panose="020B0609020204030204" pitchFamily="49" charset="0"/>
              </a:rPr>
              <a:t>set pointer to num1 address</a:t>
            </a:r>
          </a:p>
          <a:p>
            <a:pPr marL="171450" indent="-171450">
              <a:buFont typeface="Arial" panose="020B0604020202020204" pitchFamily="34" charset="0"/>
              <a:buChar char="›"/>
            </a:pPr>
            <a:r>
              <a:rPr lang="en-US" sz="1200" dirty="0">
                <a:latin typeface="Consolas" panose="020B0609020204030204" pitchFamily="49" charset="0"/>
              </a:rPr>
              <a:t>  </a:t>
            </a:r>
            <a:r>
              <a:rPr lang="en-US" sz="1200" dirty="0" err="1">
                <a:latin typeface="Consolas" panose="020B0609020204030204" pitchFamily="49" charset="0"/>
              </a:rPr>
              <a:t>p_num</a:t>
            </a:r>
            <a:r>
              <a:rPr lang="en-US" sz="1200" dirty="0">
                <a:latin typeface="Consolas" panose="020B0609020204030204" pitchFamily="49" charset="0"/>
              </a:rPr>
              <a:t> =               ae1ffc94</a:t>
            </a:r>
          </a:p>
          <a:p>
            <a:pPr marL="171450" indent="-171450">
              <a:buFont typeface="Arial" panose="020B0604020202020204" pitchFamily="34" charset="0"/>
              <a:buChar char="›"/>
            </a:pPr>
            <a:r>
              <a:rPr lang="en-US" sz="1200" dirty="0">
                <a:latin typeface="Consolas" panose="020B0609020204030204" pitchFamily="49" charset="0"/>
              </a:rPr>
              <a:t>  *</a:t>
            </a:r>
            <a:r>
              <a:rPr lang="en-US" sz="1200" dirty="0" err="1">
                <a:latin typeface="Consolas" panose="020B0609020204030204" pitchFamily="49" charset="0"/>
              </a:rPr>
              <a:t>p_num</a:t>
            </a:r>
            <a:r>
              <a:rPr lang="en-US" sz="1200" dirty="0">
                <a:latin typeface="Consolas" panose="020B0609020204030204" pitchFamily="49" charset="0"/>
              </a:rPr>
              <a:t>=       10</a:t>
            </a:r>
          </a:p>
          <a:p>
            <a:pPr marL="171450" indent="-171450">
              <a:buFont typeface="Arial" panose="020B0604020202020204" pitchFamily="34" charset="0"/>
              <a:buChar char="›"/>
            </a:pPr>
            <a:endParaRPr lang="en-US" sz="1200" dirty="0">
              <a:latin typeface="Consolas" panose="020B0609020204030204" pitchFamily="49" charset="0"/>
            </a:endParaRPr>
          </a:p>
          <a:p>
            <a:pPr marL="171450" indent="-171450">
              <a:buFont typeface="Arial" panose="020B0604020202020204" pitchFamily="34" charset="0"/>
              <a:buChar char="›"/>
            </a:pPr>
            <a:r>
              <a:rPr lang="en-US" sz="1200" dirty="0">
                <a:latin typeface="Consolas" panose="020B0609020204030204" pitchFamily="49" charset="0"/>
              </a:rPr>
              <a:t>change value of num1 using call: *</a:t>
            </a:r>
            <a:r>
              <a:rPr lang="en-US" sz="1200" dirty="0" err="1">
                <a:latin typeface="Consolas" panose="020B0609020204030204" pitchFamily="49" charset="0"/>
              </a:rPr>
              <a:t>p_num</a:t>
            </a:r>
            <a:r>
              <a:rPr lang="en-US" sz="1200" dirty="0">
                <a:latin typeface="Consolas" panose="020B0609020204030204" pitchFamily="49" charset="0"/>
              </a:rPr>
              <a:t> = 14</a:t>
            </a:r>
          </a:p>
          <a:p>
            <a:pPr marL="171450" indent="-171450">
              <a:buFont typeface="Arial" panose="020B0604020202020204" pitchFamily="34" charset="0"/>
              <a:buChar char="›"/>
            </a:pPr>
            <a:r>
              <a:rPr lang="en-US" sz="1200" dirty="0">
                <a:latin typeface="Consolas" panose="020B0609020204030204" pitchFamily="49" charset="0"/>
              </a:rPr>
              <a:t>  *</a:t>
            </a:r>
            <a:r>
              <a:rPr lang="en-US" sz="1200" dirty="0" err="1">
                <a:latin typeface="Consolas" panose="020B0609020204030204" pitchFamily="49" charset="0"/>
              </a:rPr>
              <a:t>p_num</a:t>
            </a:r>
            <a:r>
              <a:rPr lang="en-US" sz="1200" dirty="0">
                <a:latin typeface="Consolas" panose="020B0609020204030204" pitchFamily="49" charset="0"/>
              </a:rPr>
              <a:t>=       14</a:t>
            </a:r>
          </a:p>
          <a:p>
            <a:pPr marL="171450" indent="-171450">
              <a:buFont typeface="Arial" panose="020B0604020202020204" pitchFamily="34" charset="0"/>
              <a:buChar char="›"/>
            </a:pPr>
            <a:r>
              <a:rPr lang="en-US" sz="1200" dirty="0">
                <a:latin typeface="Consolas" panose="020B0609020204030204" pitchFamily="49" charset="0"/>
              </a:rPr>
              <a:t>  num1 =        14</a:t>
            </a:r>
          </a:p>
          <a:p>
            <a:pPr marL="171450" indent="-171450">
              <a:buFont typeface="Arial" panose="020B0604020202020204" pitchFamily="34" charset="0"/>
              <a:buChar char="›"/>
            </a:pPr>
            <a:endParaRPr lang="en-US" sz="1200" dirty="0">
              <a:latin typeface="Consolas" panose="020B0609020204030204" pitchFamily="49" charset="0"/>
            </a:endParaRPr>
          </a:p>
          <a:p>
            <a:pPr marL="171450" indent="-171450">
              <a:buFont typeface="Arial" panose="020B0604020202020204" pitchFamily="34" charset="0"/>
              <a:buChar char="›"/>
            </a:pPr>
            <a:r>
              <a:rPr lang="en-US" sz="1200" dirty="0">
                <a:latin typeface="Consolas" panose="020B0609020204030204" pitchFamily="49" charset="0"/>
              </a:rPr>
              <a:t>change pointer to point at num2</a:t>
            </a:r>
          </a:p>
          <a:p>
            <a:pPr marL="171450" indent="-171450">
              <a:buFont typeface="Arial" panose="020B0604020202020204" pitchFamily="34" charset="0"/>
              <a:buChar char="›"/>
            </a:pPr>
            <a:r>
              <a:rPr lang="en-US" sz="1200" dirty="0">
                <a:latin typeface="Consolas" panose="020B0609020204030204" pitchFamily="49" charset="0"/>
              </a:rPr>
              <a:t>  </a:t>
            </a:r>
            <a:r>
              <a:rPr lang="en-US" sz="1200" dirty="0" err="1">
                <a:latin typeface="Consolas" panose="020B0609020204030204" pitchFamily="49" charset="0"/>
              </a:rPr>
              <a:t>p_num</a:t>
            </a:r>
            <a:r>
              <a:rPr lang="en-US" sz="1200" dirty="0">
                <a:latin typeface="Consolas" panose="020B0609020204030204" pitchFamily="49" charset="0"/>
              </a:rPr>
              <a:t> =               ae1ffc90</a:t>
            </a:r>
          </a:p>
          <a:p>
            <a:pPr marL="171450" indent="-171450">
              <a:buFont typeface="Arial" panose="020B0604020202020204" pitchFamily="34" charset="0"/>
              <a:buChar char="›"/>
            </a:pPr>
            <a:r>
              <a:rPr lang="en-US" sz="1200" dirty="0">
                <a:latin typeface="Consolas" panose="020B0609020204030204" pitchFamily="49" charset="0"/>
              </a:rPr>
              <a:t>  *</a:t>
            </a:r>
            <a:r>
              <a:rPr lang="en-US" sz="1200" dirty="0" err="1">
                <a:latin typeface="Consolas" panose="020B0609020204030204" pitchFamily="49" charset="0"/>
              </a:rPr>
              <a:t>p_num</a:t>
            </a:r>
            <a:r>
              <a:rPr lang="en-US" sz="1200" dirty="0">
                <a:latin typeface="Consolas" panose="020B0609020204030204" pitchFamily="49" charset="0"/>
              </a:rPr>
              <a:t>=       100</a:t>
            </a:r>
            <a:endParaRPr lang="en-DK" sz="1200" dirty="0">
              <a:latin typeface="Consolas" panose="020B0609020204030204" pitchFamily="49" charset="0"/>
            </a:endParaRPr>
          </a:p>
        </p:txBody>
      </p:sp>
      <p:cxnSp>
        <p:nvCxnSpPr>
          <p:cNvPr id="24" name="Straight Arrow Connector 23">
            <a:extLst>
              <a:ext uri="{FF2B5EF4-FFF2-40B4-BE49-F238E27FC236}">
                <a16:creationId xmlns:a16="http://schemas.microsoft.com/office/drawing/2014/main" id="{856662A5-723B-E53D-9ED6-A74FF111FC38}"/>
              </a:ext>
            </a:extLst>
          </p:cNvPr>
          <p:cNvCxnSpPr>
            <a:cxnSpLocks/>
          </p:cNvCxnSpPr>
          <p:nvPr/>
        </p:nvCxnSpPr>
        <p:spPr>
          <a:xfrm>
            <a:off x="4525961" y="2826412"/>
            <a:ext cx="3646489" cy="17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F8D0BA30-E205-4B51-7574-A8451AF54465}"/>
              </a:ext>
            </a:extLst>
          </p:cNvPr>
          <p:cNvSpPr/>
          <p:nvPr/>
        </p:nvSpPr>
        <p:spPr>
          <a:xfrm>
            <a:off x="1186662" y="1868861"/>
            <a:ext cx="813587" cy="252588"/>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33" name="Rectangle 32">
            <a:extLst>
              <a:ext uri="{FF2B5EF4-FFF2-40B4-BE49-F238E27FC236}">
                <a16:creationId xmlns:a16="http://schemas.microsoft.com/office/drawing/2014/main" id="{C2DAB4B9-D14F-5CC9-D3E5-D2A6033D7D8E}"/>
              </a:ext>
            </a:extLst>
          </p:cNvPr>
          <p:cNvSpPr/>
          <p:nvPr/>
        </p:nvSpPr>
        <p:spPr>
          <a:xfrm>
            <a:off x="3913780" y="2490578"/>
            <a:ext cx="612181" cy="375595"/>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34" name="Rectangle 33">
            <a:extLst>
              <a:ext uri="{FF2B5EF4-FFF2-40B4-BE49-F238E27FC236}">
                <a16:creationId xmlns:a16="http://schemas.microsoft.com/office/drawing/2014/main" id="{73F61F4C-5A47-879F-12CB-F212F3ED2114}"/>
              </a:ext>
            </a:extLst>
          </p:cNvPr>
          <p:cNvSpPr/>
          <p:nvPr/>
        </p:nvSpPr>
        <p:spPr>
          <a:xfrm>
            <a:off x="1186662" y="3080834"/>
            <a:ext cx="1041599" cy="334370"/>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521203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71FA537-02D4-48D4-98FC-70F9DF10BD19}"/>
              </a:ext>
            </a:extLst>
          </p:cNvPr>
          <p:cNvSpPr>
            <a:spLocks noGrp="1"/>
          </p:cNvSpPr>
          <p:nvPr>
            <p:ph type="title"/>
          </p:nvPr>
        </p:nvSpPr>
        <p:spPr>
          <a:xfrm>
            <a:off x="587373" y="370290"/>
            <a:ext cx="8934131" cy="1474385"/>
          </a:xfrm>
        </p:spPr>
        <p:txBody>
          <a:bodyPr/>
          <a:lstStyle/>
          <a:p>
            <a:r>
              <a:rPr lang="da-DK" dirty="0"/>
              <a:t>”pointers pointer”? WHAT?!%</a:t>
            </a:r>
            <a:endParaRPr lang="en-US" dirty="0"/>
          </a:p>
        </p:txBody>
      </p:sp>
      <p:pic>
        <p:nvPicPr>
          <p:cNvPr id="9" name="Billede 8">
            <a:extLst>
              <a:ext uri="{FF2B5EF4-FFF2-40B4-BE49-F238E27FC236}">
                <a16:creationId xmlns:a16="http://schemas.microsoft.com/office/drawing/2014/main" id="{58DEF2C9-3082-4096-85B4-2185021279FC}"/>
              </a:ext>
            </a:extLst>
          </p:cNvPr>
          <p:cNvPicPr>
            <a:picLocks noChangeAspect="1"/>
          </p:cNvPicPr>
          <p:nvPr/>
        </p:nvPicPr>
        <p:blipFill>
          <a:blip r:embed="rId2"/>
          <a:stretch>
            <a:fillRect/>
          </a:stretch>
        </p:blipFill>
        <p:spPr>
          <a:xfrm>
            <a:off x="586027" y="5908890"/>
            <a:ext cx="4337685" cy="681038"/>
          </a:xfrm>
          <a:prstGeom prst="rect">
            <a:avLst/>
          </a:prstGeom>
        </p:spPr>
      </p:pic>
      <p:sp>
        <p:nvSpPr>
          <p:cNvPr id="14" name="Tekstfelt 13">
            <a:extLst>
              <a:ext uri="{FF2B5EF4-FFF2-40B4-BE49-F238E27FC236}">
                <a16:creationId xmlns:a16="http://schemas.microsoft.com/office/drawing/2014/main" id="{C510EA56-3951-4A73-A8E6-DB9656B355CE}"/>
              </a:ext>
            </a:extLst>
          </p:cNvPr>
          <p:cNvSpPr txBox="1"/>
          <p:nvPr/>
        </p:nvSpPr>
        <p:spPr>
          <a:xfrm>
            <a:off x="6200392" y="2595120"/>
            <a:ext cx="5991608" cy="2554545"/>
          </a:xfrm>
          <a:prstGeom prst="rect">
            <a:avLst/>
          </a:prstGeom>
          <a:noFill/>
        </p:spPr>
        <p:txBody>
          <a:bodyPr wrap="square">
            <a:spAutoFit/>
          </a:bodyPr>
          <a:lstStyle/>
          <a:p>
            <a:r>
              <a:rPr lang="en-US" sz="1600" dirty="0">
                <a:latin typeface="Consolas" panose="020B0609020204030204" pitchFamily="49" charset="0"/>
              </a:rPr>
              <a:t>En "pointers pointer" er </a:t>
            </a:r>
            <a:r>
              <a:rPr lang="en-US" sz="1600" dirty="0" err="1">
                <a:latin typeface="Consolas" panose="020B0609020204030204" pitchFamily="49" charset="0"/>
              </a:rPr>
              <a:t>en</a:t>
            </a:r>
            <a:r>
              <a:rPr lang="en-US" sz="1600" dirty="0">
                <a:latin typeface="Consolas" panose="020B0609020204030204" pitchFamily="49" charset="0"/>
              </a:rPr>
              <a:t> </a:t>
            </a:r>
            <a:r>
              <a:rPr lang="en-US" sz="1600" dirty="0" err="1">
                <a:latin typeface="Consolas" panose="020B0609020204030204" pitchFamily="49" charset="0"/>
              </a:rPr>
              <a:t>variabel</a:t>
            </a:r>
            <a:r>
              <a:rPr lang="en-US" sz="1600" dirty="0">
                <a:latin typeface="Consolas" panose="020B0609020204030204" pitchFamily="49" charset="0"/>
              </a:rPr>
              <a:t>, </a:t>
            </a:r>
            <a:r>
              <a:rPr lang="en-US" sz="1600" dirty="0" err="1">
                <a:latin typeface="Consolas" panose="020B0609020204030204" pitchFamily="49" charset="0"/>
              </a:rPr>
              <a:t>hvis</a:t>
            </a:r>
            <a:r>
              <a:rPr lang="en-US" sz="1600" dirty="0">
                <a:latin typeface="Consolas" panose="020B0609020204030204" pitchFamily="49" charset="0"/>
              </a:rPr>
              <a:t> </a:t>
            </a:r>
            <a:r>
              <a:rPr lang="en-US" sz="1600" dirty="0" err="1">
                <a:latin typeface="Consolas" panose="020B0609020204030204" pitchFamily="49" charset="0"/>
              </a:rPr>
              <a:t>værdi</a:t>
            </a:r>
            <a:r>
              <a:rPr lang="en-US" sz="1600" dirty="0">
                <a:latin typeface="Consolas" panose="020B0609020204030204" pitchFamily="49" charset="0"/>
              </a:rPr>
              <a:t> er </a:t>
            </a:r>
            <a:r>
              <a:rPr lang="en-US" sz="1600" dirty="0" err="1">
                <a:latin typeface="Consolas" panose="020B0609020204030204" pitchFamily="49" charset="0"/>
              </a:rPr>
              <a:t>adressen</a:t>
            </a:r>
            <a:r>
              <a:rPr lang="en-US" sz="1600" dirty="0">
                <a:latin typeface="Consolas" panose="020B0609020204030204" pitchFamily="49" charset="0"/>
              </a:rPr>
              <a:t> </a:t>
            </a:r>
            <a:r>
              <a:rPr lang="en-US" sz="1600" dirty="0" err="1">
                <a:latin typeface="Consolas" panose="020B0609020204030204" pitchFamily="49" charset="0"/>
              </a:rPr>
              <a:t>på</a:t>
            </a:r>
            <a:r>
              <a:rPr lang="en-US" sz="1600" dirty="0">
                <a:latin typeface="Consolas" panose="020B0609020204030204" pitchFamily="49" charset="0"/>
              </a:rPr>
              <a:t> </a:t>
            </a:r>
            <a:r>
              <a:rPr lang="en-US" sz="1600" dirty="0" err="1">
                <a:latin typeface="Consolas" panose="020B0609020204030204" pitchFamily="49" charset="0"/>
              </a:rPr>
              <a:t>en</a:t>
            </a:r>
            <a:r>
              <a:rPr lang="en-US" sz="1600" dirty="0">
                <a:latin typeface="Consolas" panose="020B0609020204030204" pitchFamily="49" charset="0"/>
              </a:rPr>
              <a:t> </a:t>
            </a:r>
            <a:r>
              <a:rPr lang="en-US" sz="1600" dirty="0" err="1">
                <a:latin typeface="Consolas" panose="020B0609020204030204" pitchFamily="49" charset="0"/>
              </a:rPr>
              <a:t>anden</a:t>
            </a:r>
            <a:r>
              <a:rPr lang="en-US" sz="1600" dirty="0">
                <a:latin typeface="Consolas" panose="020B0609020204030204" pitchFamily="49" charset="0"/>
              </a:rPr>
              <a:t> </a:t>
            </a:r>
            <a:r>
              <a:rPr lang="en-US" sz="1600" dirty="0" err="1">
                <a:latin typeface="Consolas" panose="020B0609020204030204" pitchFamily="49" charset="0"/>
              </a:rPr>
              <a:t>variabel</a:t>
            </a:r>
            <a:r>
              <a:rPr lang="en-US" sz="1600" dirty="0">
                <a:latin typeface="Consolas" panose="020B0609020204030204" pitchFamily="49" charset="0"/>
              </a:rPr>
              <a:t>.</a:t>
            </a:r>
          </a:p>
          <a:p>
            <a:endParaRPr lang="en-US" sz="1600" dirty="0">
              <a:latin typeface="Consolas" panose="020B0609020204030204" pitchFamily="49" charset="0"/>
            </a:endParaRPr>
          </a:p>
          <a:p>
            <a:r>
              <a:rPr lang="en-US" sz="1600" dirty="0">
                <a:latin typeface="Consolas" panose="020B0609020204030204" pitchFamily="49" charset="0"/>
              </a:rPr>
              <a:t>Denne </a:t>
            </a:r>
            <a:r>
              <a:rPr lang="en-US" sz="1600" dirty="0" err="1">
                <a:latin typeface="Consolas" panose="020B0609020204030204" pitchFamily="49" charset="0"/>
              </a:rPr>
              <a:t>variabel</a:t>
            </a:r>
            <a:r>
              <a:rPr lang="en-US" sz="1600" dirty="0">
                <a:latin typeface="Consolas" panose="020B0609020204030204" pitchFamily="49" charset="0"/>
              </a:rPr>
              <a:t> er </a:t>
            </a:r>
            <a:r>
              <a:rPr lang="en-US" sz="1600" dirty="0" err="1">
                <a:latin typeface="Consolas" panose="020B0609020204030204" pitchFamily="49" charset="0"/>
              </a:rPr>
              <a:t>selv</a:t>
            </a:r>
            <a:r>
              <a:rPr lang="en-US" sz="1600" dirty="0">
                <a:latin typeface="Consolas" panose="020B0609020204030204" pitchFamily="49" charset="0"/>
              </a:rPr>
              <a:t> </a:t>
            </a:r>
            <a:r>
              <a:rPr lang="en-US" sz="1600" dirty="0" err="1">
                <a:latin typeface="Consolas" panose="020B0609020204030204" pitchFamily="49" charset="0"/>
              </a:rPr>
              <a:t>en</a:t>
            </a:r>
            <a:r>
              <a:rPr lang="en-US" sz="1600" dirty="0">
                <a:latin typeface="Consolas" panose="020B0609020204030204" pitchFamily="49" charset="0"/>
              </a:rPr>
              <a:t> pointer.</a:t>
            </a:r>
          </a:p>
          <a:p>
            <a:endParaRPr lang="en-US" sz="1600" dirty="0">
              <a:latin typeface="Consolas" panose="020B0609020204030204" pitchFamily="49" charset="0"/>
            </a:endParaRPr>
          </a:p>
          <a:p>
            <a:r>
              <a:rPr lang="en-US" sz="1600" dirty="0" err="1">
                <a:latin typeface="Consolas" panose="020B0609020204030204" pitchFamily="49" charset="0"/>
              </a:rPr>
              <a:t>Hvis</a:t>
            </a:r>
            <a:r>
              <a:rPr lang="en-US" sz="1600" dirty="0">
                <a:latin typeface="Consolas" panose="020B0609020204030204" pitchFamily="49" charset="0"/>
              </a:rPr>
              <a:t> du </a:t>
            </a:r>
            <a:r>
              <a:rPr lang="en-US" sz="1600" dirty="0" err="1">
                <a:latin typeface="Consolas" panose="020B0609020204030204" pitchFamily="49" charset="0"/>
              </a:rPr>
              <a:t>ønsker</a:t>
            </a:r>
            <a:r>
              <a:rPr lang="en-US" sz="1600" dirty="0">
                <a:latin typeface="Consolas" panose="020B0609020204030204" pitchFamily="49" charset="0"/>
              </a:rPr>
              <a:t> at </a:t>
            </a:r>
            <a:r>
              <a:rPr lang="en-US" sz="1600" dirty="0" err="1">
                <a:latin typeface="Consolas" panose="020B0609020204030204" pitchFamily="49" charset="0"/>
              </a:rPr>
              <a:t>pege</a:t>
            </a:r>
            <a:r>
              <a:rPr lang="en-US" sz="1600" dirty="0">
                <a:latin typeface="Consolas" panose="020B0609020204030204" pitchFamily="49" charset="0"/>
              </a:rPr>
              <a:t> </a:t>
            </a:r>
            <a:r>
              <a:rPr lang="en-US" sz="1600" dirty="0" err="1">
                <a:latin typeface="Consolas" panose="020B0609020204030204" pitchFamily="49" charset="0"/>
              </a:rPr>
              <a:t>på</a:t>
            </a:r>
            <a:r>
              <a:rPr lang="en-US" sz="1600" dirty="0">
                <a:latin typeface="Consolas" panose="020B0609020204030204" pitchFamily="49" charset="0"/>
              </a:rPr>
              <a:t> </a:t>
            </a:r>
            <a:r>
              <a:rPr lang="en-US" sz="1600" dirty="0" err="1">
                <a:latin typeface="Consolas" panose="020B0609020204030204" pitchFamily="49" charset="0"/>
              </a:rPr>
              <a:t>en</a:t>
            </a:r>
            <a:r>
              <a:rPr lang="en-US" sz="1600" dirty="0">
                <a:latin typeface="Consolas" panose="020B0609020204030204" pitchFamily="49" charset="0"/>
              </a:rPr>
              <a:t> </a:t>
            </a:r>
            <a:r>
              <a:rPr lang="en-US" sz="1600" dirty="0" err="1">
                <a:latin typeface="Consolas" panose="020B0609020204030204" pitchFamily="49" charset="0"/>
              </a:rPr>
              <a:t>streng</a:t>
            </a:r>
            <a:r>
              <a:rPr lang="en-US" sz="1600" dirty="0">
                <a:latin typeface="Consolas" panose="020B0609020204030204" pitchFamily="49" charset="0"/>
              </a:rPr>
              <a:t> i C: </a:t>
            </a:r>
            <a:r>
              <a:rPr lang="en-US" sz="1600" dirty="0" err="1">
                <a:latin typeface="Consolas" panose="020B0609020204030204" pitchFamily="49" charset="0"/>
              </a:rPr>
              <a:t>peger</a:t>
            </a:r>
            <a:r>
              <a:rPr lang="en-US" sz="1600" dirty="0">
                <a:latin typeface="Consolas" panose="020B0609020204030204" pitchFamily="49" charset="0"/>
              </a:rPr>
              <a:t> du </a:t>
            </a:r>
            <a:r>
              <a:rPr lang="en-US" sz="1600" dirty="0" err="1">
                <a:latin typeface="Consolas" panose="020B0609020204030204" pitchFamily="49" charset="0"/>
              </a:rPr>
              <a:t>på</a:t>
            </a:r>
            <a:r>
              <a:rPr lang="en-US" sz="1600" dirty="0">
                <a:latin typeface="Consolas" panose="020B0609020204030204" pitchFamily="49" charset="0"/>
              </a:rPr>
              <a:t> </a:t>
            </a:r>
            <a:r>
              <a:rPr lang="en-US" sz="1600" dirty="0" err="1">
                <a:latin typeface="Consolas" panose="020B0609020204030204" pitchFamily="49" charset="0"/>
              </a:rPr>
              <a:t>en</a:t>
            </a:r>
            <a:r>
              <a:rPr lang="en-US" sz="1600" dirty="0">
                <a:latin typeface="Consolas" panose="020B0609020204030204" pitchFamily="49" charset="0"/>
              </a:rPr>
              <a:t> char*</a:t>
            </a:r>
          </a:p>
          <a:p>
            <a:pPr marL="285750" indent="-285750">
              <a:buFont typeface="Arial" panose="020B0604020202020204" pitchFamily="34" charset="0"/>
              <a:buChar char="•"/>
            </a:pPr>
            <a:r>
              <a:rPr lang="en-US" sz="1600" dirty="0" err="1">
                <a:latin typeface="Consolas" panose="020B0609020204030204" pitchFamily="49" charset="0"/>
              </a:rPr>
              <a:t>en</a:t>
            </a:r>
            <a:r>
              <a:rPr lang="en-US" sz="1600" dirty="0">
                <a:latin typeface="Consolas" panose="020B0609020204030204" pitchFamily="49" charset="0"/>
              </a:rPr>
              <a:t> pointer </a:t>
            </a:r>
            <a:r>
              <a:rPr lang="en-US" sz="1600" dirty="0" err="1">
                <a:latin typeface="Consolas" panose="020B0609020204030204" pitchFamily="49" charset="0"/>
              </a:rPr>
              <a:t>til</a:t>
            </a:r>
            <a:r>
              <a:rPr lang="en-US" sz="1600" dirty="0">
                <a:latin typeface="Consolas" panose="020B0609020204030204" pitchFamily="49" charset="0"/>
              </a:rPr>
              <a:t> </a:t>
            </a:r>
            <a:r>
              <a:rPr lang="en-US" sz="1600" dirty="0" err="1">
                <a:latin typeface="Consolas" panose="020B0609020204030204" pitchFamily="49" charset="0"/>
              </a:rPr>
              <a:t>en</a:t>
            </a:r>
            <a:r>
              <a:rPr lang="en-US" sz="1600" dirty="0">
                <a:latin typeface="Consolas" panose="020B0609020204030204" pitchFamily="49" charset="0"/>
              </a:rPr>
              <a:t> </a:t>
            </a:r>
            <a:r>
              <a:rPr lang="en-US" sz="1600" dirty="0" err="1">
                <a:latin typeface="Consolas" panose="020B0609020204030204" pitchFamily="49" charset="0"/>
              </a:rPr>
              <a:t>tekst</a:t>
            </a:r>
            <a:r>
              <a:rPr lang="en-US" sz="1600" dirty="0">
                <a:latin typeface="Consolas" panose="020B0609020204030204" pitchFamily="49" charset="0"/>
              </a:rPr>
              <a:t>-string er pointer-pointer.</a:t>
            </a:r>
          </a:p>
          <a:p>
            <a:endParaRPr lang="en-US" sz="1600" dirty="0">
              <a:latin typeface="Consolas" panose="020B0609020204030204" pitchFamily="49" charset="0"/>
            </a:endParaRPr>
          </a:p>
        </p:txBody>
      </p:sp>
      <p:sp>
        <p:nvSpPr>
          <p:cNvPr id="4" name="TextBox 3">
            <a:extLst>
              <a:ext uri="{FF2B5EF4-FFF2-40B4-BE49-F238E27FC236}">
                <a16:creationId xmlns:a16="http://schemas.microsoft.com/office/drawing/2014/main" id="{16CFB116-D513-9050-6BDD-C5A6BA84A8D3}"/>
              </a:ext>
            </a:extLst>
          </p:cNvPr>
          <p:cNvSpPr txBox="1"/>
          <p:nvPr/>
        </p:nvSpPr>
        <p:spPr>
          <a:xfrm>
            <a:off x="513785" y="1732434"/>
            <a:ext cx="7534746" cy="2261260"/>
          </a:xfrm>
          <a:prstGeom prst="rect">
            <a:avLst/>
          </a:prstGeom>
          <a:noFill/>
        </p:spPr>
        <p:txBody>
          <a:bodyPr wrap="square">
            <a:spAutoFit/>
          </a:bodyPr>
          <a:lstStyle/>
          <a:p>
            <a:pPr>
              <a:lnSpc>
                <a:spcPts val="1425"/>
              </a:lnSpc>
              <a:buNone/>
            </a:pPr>
            <a:r>
              <a:rPr lang="da-DK" b="0" dirty="0">
                <a:solidFill>
                  <a:srgbClr val="AF00DB"/>
                </a:solidFill>
                <a:effectLst/>
                <a:latin typeface="Consolas" panose="020B0609020204030204" pitchFamily="49" charset="0"/>
              </a:rPr>
              <a:t>#include</a:t>
            </a:r>
            <a:r>
              <a:rPr lang="da-DK" b="0" dirty="0">
                <a:solidFill>
                  <a:srgbClr val="0000FF"/>
                </a:solidFill>
                <a:effectLst/>
                <a:latin typeface="Consolas" panose="020B0609020204030204" pitchFamily="49" charset="0"/>
              </a:rPr>
              <a:t> </a:t>
            </a:r>
            <a:r>
              <a:rPr lang="da-DK" b="0" dirty="0">
                <a:solidFill>
                  <a:srgbClr val="A31515"/>
                </a:solidFill>
                <a:effectLst/>
                <a:latin typeface="Consolas" panose="020B0609020204030204" pitchFamily="49" charset="0"/>
              </a:rPr>
              <a:t>&lt;</a:t>
            </a:r>
            <a:r>
              <a:rPr lang="da-DK" b="0" dirty="0" err="1">
                <a:solidFill>
                  <a:srgbClr val="A31515"/>
                </a:solidFill>
                <a:effectLst/>
                <a:latin typeface="Consolas" panose="020B0609020204030204" pitchFamily="49" charset="0"/>
              </a:rPr>
              <a:t>stdlib.h</a:t>
            </a:r>
            <a:r>
              <a:rPr lang="da-DK" b="0" dirty="0">
                <a:solidFill>
                  <a:srgbClr val="A31515"/>
                </a:solidFill>
                <a:effectLst/>
                <a:latin typeface="Consolas" panose="020B0609020204030204" pitchFamily="49" charset="0"/>
              </a:rPr>
              <a:t>&gt;</a:t>
            </a:r>
            <a:endParaRPr lang="da-DK" b="0" dirty="0">
              <a:solidFill>
                <a:srgbClr val="3B3B3B"/>
              </a:solidFill>
              <a:effectLst/>
              <a:latin typeface="Consolas" panose="020B0609020204030204" pitchFamily="49" charset="0"/>
            </a:endParaRPr>
          </a:p>
          <a:p>
            <a:pPr>
              <a:lnSpc>
                <a:spcPts val="1425"/>
              </a:lnSpc>
              <a:buNone/>
            </a:pPr>
            <a:r>
              <a:rPr lang="da-DK" b="0" dirty="0" err="1">
                <a:solidFill>
                  <a:srgbClr val="0000FF"/>
                </a:solidFill>
                <a:effectLst/>
                <a:latin typeface="Consolas" panose="020B0609020204030204" pitchFamily="49" charset="0"/>
              </a:rPr>
              <a:t>int</a:t>
            </a:r>
            <a:r>
              <a:rPr lang="da-DK" b="0" dirty="0">
                <a:solidFill>
                  <a:srgbClr val="3B3B3B"/>
                </a:solidFill>
                <a:effectLst/>
                <a:latin typeface="Consolas" panose="020B0609020204030204" pitchFamily="49" charset="0"/>
              </a:rPr>
              <a:t> </a:t>
            </a:r>
            <a:r>
              <a:rPr lang="da-DK" b="0" dirty="0" err="1">
                <a:solidFill>
                  <a:srgbClr val="795E26"/>
                </a:solidFill>
                <a:effectLst/>
                <a:latin typeface="Consolas" panose="020B0609020204030204" pitchFamily="49" charset="0"/>
              </a:rPr>
              <a:t>main</a:t>
            </a:r>
            <a:r>
              <a:rPr lang="da-DK" b="0" dirty="0">
                <a:solidFill>
                  <a:srgbClr val="3B3B3B"/>
                </a:solidFill>
                <a:effectLst/>
                <a:latin typeface="Consolas" panose="020B0609020204030204" pitchFamily="49" charset="0"/>
              </a:rPr>
              <a:t>()</a:t>
            </a:r>
          </a:p>
          <a:p>
            <a:pPr>
              <a:lnSpc>
                <a:spcPts val="1425"/>
              </a:lnSpc>
              <a:buNone/>
            </a:pPr>
            <a:r>
              <a:rPr lang="da-DK" b="0" dirty="0">
                <a:solidFill>
                  <a:srgbClr val="3B3B3B"/>
                </a:solidFill>
                <a:effectLst/>
                <a:latin typeface="Consolas" panose="020B0609020204030204" pitchFamily="49" charset="0"/>
              </a:rPr>
              <a:t>{</a:t>
            </a:r>
          </a:p>
          <a:p>
            <a:pPr>
              <a:lnSpc>
                <a:spcPts val="1425"/>
              </a:lnSpc>
              <a:buNone/>
            </a:pPr>
            <a:r>
              <a:rPr lang="da-DK" b="0" dirty="0">
                <a:solidFill>
                  <a:srgbClr val="3B3B3B"/>
                </a:solidFill>
                <a:effectLst/>
                <a:latin typeface="Consolas" panose="020B0609020204030204" pitchFamily="49" charset="0"/>
              </a:rPr>
              <a:t>    </a:t>
            </a:r>
            <a:r>
              <a:rPr lang="da-DK" b="0" dirty="0" err="1">
                <a:solidFill>
                  <a:srgbClr val="0000FF"/>
                </a:solidFill>
                <a:effectLst/>
                <a:latin typeface="Consolas" panose="020B0609020204030204" pitchFamily="49" charset="0"/>
              </a:rPr>
              <a:t>char</a:t>
            </a:r>
            <a:r>
              <a:rPr lang="da-DK" b="0" dirty="0">
                <a:solidFill>
                  <a:srgbClr val="3B3B3B"/>
                </a:solidFill>
                <a:effectLst/>
                <a:latin typeface="Consolas" panose="020B0609020204030204" pitchFamily="49" charset="0"/>
              </a:rPr>
              <a:t> </a:t>
            </a:r>
            <a:r>
              <a:rPr lang="da-DK" b="0" dirty="0">
                <a:solidFill>
                  <a:srgbClr val="000000"/>
                </a:solidFill>
                <a:effectLst/>
                <a:latin typeface="Consolas" panose="020B0609020204030204" pitchFamily="49" charset="0"/>
              </a:rPr>
              <a:t>**</a:t>
            </a:r>
            <a:r>
              <a:rPr lang="da-DK" b="0" dirty="0" err="1">
                <a:solidFill>
                  <a:srgbClr val="001080"/>
                </a:solidFill>
                <a:effectLst/>
                <a:latin typeface="Consolas" panose="020B0609020204030204" pitchFamily="49" charset="0"/>
              </a:rPr>
              <a:t>names</a:t>
            </a:r>
            <a:r>
              <a:rPr lang="da-DK" b="0" dirty="0">
                <a:solidFill>
                  <a:srgbClr val="3B3B3B"/>
                </a:solidFill>
                <a:effectLst/>
                <a:latin typeface="Consolas" panose="020B0609020204030204" pitchFamily="49" charset="0"/>
              </a:rPr>
              <a:t> </a:t>
            </a:r>
            <a:r>
              <a:rPr lang="da-DK" b="0" dirty="0">
                <a:solidFill>
                  <a:srgbClr val="000000"/>
                </a:solidFill>
                <a:effectLst/>
                <a:latin typeface="Consolas" panose="020B0609020204030204" pitchFamily="49" charset="0"/>
              </a:rPr>
              <a:t>=</a:t>
            </a:r>
            <a:r>
              <a:rPr lang="da-DK" b="0" dirty="0">
                <a:solidFill>
                  <a:srgbClr val="3B3B3B"/>
                </a:solidFill>
                <a:effectLst/>
                <a:latin typeface="Consolas" panose="020B0609020204030204" pitchFamily="49" charset="0"/>
              </a:rPr>
              <a:t> (</a:t>
            </a:r>
            <a:r>
              <a:rPr lang="da-DK" b="0" dirty="0" err="1">
                <a:solidFill>
                  <a:srgbClr val="0000FF"/>
                </a:solidFill>
                <a:effectLst/>
                <a:latin typeface="Consolas" panose="020B0609020204030204" pitchFamily="49" charset="0"/>
              </a:rPr>
              <a:t>char</a:t>
            </a:r>
            <a:r>
              <a:rPr lang="da-DK" b="0" dirty="0">
                <a:solidFill>
                  <a:srgbClr val="3B3B3B"/>
                </a:solidFill>
                <a:effectLst/>
                <a:latin typeface="Consolas" panose="020B0609020204030204" pitchFamily="49" charset="0"/>
              </a:rPr>
              <a:t> </a:t>
            </a:r>
            <a:r>
              <a:rPr lang="da-DK" b="0" dirty="0">
                <a:solidFill>
                  <a:srgbClr val="000000"/>
                </a:solidFill>
                <a:effectLst/>
                <a:latin typeface="Consolas" panose="020B0609020204030204" pitchFamily="49" charset="0"/>
              </a:rPr>
              <a:t>*</a:t>
            </a:r>
            <a:r>
              <a:rPr lang="da-DK" b="0" dirty="0">
                <a:solidFill>
                  <a:srgbClr val="3B3B3B"/>
                </a:solidFill>
                <a:effectLst/>
                <a:latin typeface="Consolas" panose="020B0609020204030204" pitchFamily="49" charset="0"/>
              </a:rPr>
              <a:t>)</a:t>
            </a:r>
            <a:r>
              <a:rPr lang="da-DK" b="0" dirty="0" err="1">
                <a:solidFill>
                  <a:srgbClr val="795E26"/>
                </a:solidFill>
                <a:effectLst/>
                <a:latin typeface="Consolas" panose="020B0609020204030204" pitchFamily="49" charset="0"/>
              </a:rPr>
              <a:t>malloc</a:t>
            </a:r>
            <a:r>
              <a:rPr lang="da-DK" b="0" dirty="0">
                <a:solidFill>
                  <a:srgbClr val="3B3B3B"/>
                </a:solidFill>
                <a:effectLst/>
                <a:latin typeface="Consolas" panose="020B0609020204030204" pitchFamily="49" charset="0"/>
              </a:rPr>
              <a:t>(</a:t>
            </a:r>
            <a:r>
              <a:rPr lang="da-DK" b="0" dirty="0">
                <a:solidFill>
                  <a:srgbClr val="098658"/>
                </a:solidFill>
                <a:effectLst/>
                <a:latin typeface="Consolas" panose="020B0609020204030204" pitchFamily="49" charset="0"/>
              </a:rPr>
              <a:t>3</a:t>
            </a:r>
            <a:r>
              <a:rPr lang="da-DK" b="0" dirty="0">
                <a:solidFill>
                  <a:srgbClr val="3B3B3B"/>
                </a:solidFill>
                <a:effectLst/>
                <a:latin typeface="Consolas" panose="020B0609020204030204" pitchFamily="49" charset="0"/>
              </a:rPr>
              <a:t> </a:t>
            </a:r>
            <a:r>
              <a:rPr lang="da-DK" b="0" dirty="0">
                <a:solidFill>
                  <a:srgbClr val="000000"/>
                </a:solidFill>
                <a:effectLst/>
                <a:latin typeface="Consolas" panose="020B0609020204030204" pitchFamily="49" charset="0"/>
              </a:rPr>
              <a:t>*</a:t>
            </a:r>
            <a:r>
              <a:rPr lang="da-DK" b="0" dirty="0">
                <a:solidFill>
                  <a:srgbClr val="3B3B3B"/>
                </a:solidFill>
                <a:effectLst/>
                <a:latin typeface="Consolas" panose="020B0609020204030204" pitchFamily="49" charset="0"/>
              </a:rPr>
              <a:t> </a:t>
            </a:r>
            <a:r>
              <a:rPr lang="da-DK" b="0" dirty="0" err="1">
                <a:solidFill>
                  <a:srgbClr val="0000FF"/>
                </a:solidFill>
                <a:effectLst/>
                <a:latin typeface="Consolas" panose="020B0609020204030204" pitchFamily="49" charset="0"/>
              </a:rPr>
              <a:t>sizeof</a:t>
            </a:r>
            <a:r>
              <a:rPr lang="da-DK" b="0" dirty="0">
                <a:solidFill>
                  <a:srgbClr val="3B3B3B"/>
                </a:solidFill>
                <a:effectLst/>
                <a:latin typeface="Consolas" panose="020B0609020204030204" pitchFamily="49" charset="0"/>
              </a:rPr>
              <a:t>(</a:t>
            </a:r>
            <a:r>
              <a:rPr lang="da-DK" b="0" dirty="0" err="1">
                <a:solidFill>
                  <a:srgbClr val="0000FF"/>
                </a:solidFill>
                <a:effectLst/>
                <a:latin typeface="Consolas" panose="020B0609020204030204" pitchFamily="49" charset="0"/>
              </a:rPr>
              <a:t>char</a:t>
            </a:r>
            <a:r>
              <a:rPr lang="da-DK" b="0" dirty="0">
                <a:solidFill>
                  <a:srgbClr val="3B3B3B"/>
                </a:solidFill>
                <a:effectLst/>
                <a:latin typeface="Consolas" panose="020B0609020204030204" pitchFamily="49" charset="0"/>
              </a:rPr>
              <a:t> </a:t>
            </a:r>
            <a:r>
              <a:rPr lang="da-DK" b="0" dirty="0">
                <a:solidFill>
                  <a:srgbClr val="000000"/>
                </a:solidFill>
                <a:effectLst/>
                <a:latin typeface="Consolas" panose="020B0609020204030204" pitchFamily="49" charset="0"/>
              </a:rPr>
              <a:t>*</a:t>
            </a:r>
            <a:r>
              <a:rPr lang="da-DK" b="0" dirty="0">
                <a:solidFill>
                  <a:srgbClr val="3B3B3B"/>
                </a:solidFill>
                <a:effectLst/>
                <a:latin typeface="Consolas" panose="020B0609020204030204" pitchFamily="49" charset="0"/>
              </a:rPr>
              <a:t>));</a:t>
            </a:r>
          </a:p>
          <a:p>
            <a:pPr>
              <a:lnSpc>
                <a:spcPts val="1425"/>
              </a:lnSpc>
              <a:buNone/>
            </a:pPr>
            <a:r>
              <a:rPr lang="da-DK" b="0" dirty="0">
                <a:solidFill>
                  <a:srgbClr val="3B3B3B"/>
                </a:solidFill>
                <a:effectLst/>
                <a:latin typeface="Consolas" panose="020B0609020204030204" pitchFamily="49" charset="0"/>
              </a:rPr>
              <a:t>    </a:t>
            </a:r>
            <a:r>
              <a:rPr lang="da-DK" b="0" dirty="0" err="1">
                <a:solidFill>
                  <a:srgbClr val="001080"/>
                </a:solidFill>
                <a:effectLst/>
                <a:latin typeface="Consolas" panose="020B0609020204030204" pitchFamily="49" charset="0"/>
              </a:rPr>
              <a:t>names</a:t>
            </a:r>
            <a:r>
              <a:rPr lang="da-DK" b="0" dirty="0">
                <a:solidFill>
                  <a:srgbClr val="3B3B3B"/>
                </a:solidFill>
                <a:effectLst/>
                <a:latin typeface="Consolas" panose="020B0609020204030204" pitchFamily="49" charset="0"/>
              </a:rPr>
              <a:t>[</a:t>
            </a:r>
            <a:r>
              <a:rPr lang="da-DK" b="0" dirty="0">
                <a:solidFill>
                  <a:srgbClr val="098658"/>
                </a:solidFill>
                <a:effectLst/>
                <a:latin typeface="Consolas" panose="020B0609020204030204" pitchFamily="49" charset="0"/>
              </a:rPr>
              <a:t>0</a:t>
            </a:r>
            <a:r>
              <a:rPr lang="da-DK" b="0" dirty="0">
                <a:solidFill>
                  <a:srgbClr val="3B3B3B"/>
                </a:solidFill>
                <a:effectLst/>
                <a:latin typeface="Consolas" panose="020B0609020204030204" pitchFamily="49" charset="0"/>
              </a:rPr>
              <a:t>] </a:t>
            </a:r>
            <a:r>
              <a:rPr lang="da-DK" b="0" dirty="0">
                <a:solidFill>
                  <a:srgbClr val="000000"/>
                </a:solidFill>
                <a:effectLst/>
                <a:latin typeface="Consolas" panose="020B0609020204030204" pitchFamily="49" charset="0"/>
              </a:rPr>
              <a:t>=</a:t>
            </a:r>
            <a:r>
              <a:rPr lang="da-DK" b="0" dirty="0">
                <a:solidFill>
                  <a:srgbClr val="3B3B3B"/>
                </a:solidFill>
                <a:effectLst/>
                <a:latin typeface="Consolas" panose="020B0609020204030204" pitchFamily="49" charset="0"/>
              </a:rPr>
              <a:t> </a:t>
            </a:r>
            <a:r>
              <a:rPr lang="da-DK" b="0" dirty="0">
                <a:solidFill>
                  <a:srgbClr val="A31515"/>
                </a:solidFill>
                <a:effectLst/>
                <a:latin typeface="Consolas" panose="020B0609020204030204" pitchFamily="49" charset="0"/>
              </a:rPr>
              <a:t>"Alice"</a:t>
            </a:r>
            <a:r>
              <a:rPr lang="da-DK" b="0" dirty="0">
                <a:solidFill>
                  <a:srgbClr val="3B3B3B"/>
                </a:solidFill>
                <a:effectLst/>
                <a:latin typeface="Consolas" panose="020B0609020204030204" pitchFamily="49" charset="0"/>
              </a:rPr>
              <a:t>;</a:t>
            </a:r>
          </a:p>
          <a:p>
            <a:pPr>
              <a:lnSpc>
                <a:spcPts val="1425"/>
              </a:lnSpc>
              <a:buNone/>
            </a:pPr>
            <a:r>
              <a:rPr lang="da-DK" b="0" dirty="0">
                <a:solidFill>
                  <a:srgbClr val="3B3B3B"/>
                </a:solidFill>
                <a:effectLst/>
                <a:latin typeface="Consolas" panose="020B0609020204030204" pitchFamily="49" charset="0"/>
              </a:rPr>
              <a:t>    </a:t>
            </a:r>
            <a:r>
              <a:rPr lang="da-DK" b="0" dirty="0" err="1">
                <a:solidFill>
                  <a:srgbClr val="001080"/>
                </a:solidFill>
                <a:effectLst/>
                <a:latin typeface="Consolas" panose="020B0609020204030204" pitchFamily="49" charset="0"/>
              </a:rPr>
              <a:t>names</a:t>
            </a:r>
            <a:r>
              <a:rPr lang="da-DK" b="0" dirty="0">
                <a:solidFill>
                  <a:srgbClr val="3B3B3B"/>
                </a:solidFill>
                <a:effectLst/>
                <a:latin typeface="Consolas" panose="020B0609020204030204" pitchFamily="49" charset="0"/>
              </a:rPr>
              <a:t>[</a:t>
            </a:r>
            <a:r>
              <a:rPr lang="da-DK" b="0" dirty="0">
                <a:solidFill>
                  <a:srgbClr val="098658"/>
                </a:solidFill>
                <a:effectLst/>
                <a:latin typeface="Consolas" panose="020B0609020204030204" pitchFamily="49" charset="0"/>
              </a:rPr>
              <a:t>1</a:t>
            </a:r>
            <a:r>
              <a:rPr lang="da-DK" b="0" dirty="0">
                <a:solidFill>
                  <a:srgbClr val="3B3B3B"/>
                </a:solidFill>
                <a:effectLst/>
                <a:latin typeface="Consolas" panose="020B0609020204030204" pitchFamily="49" charset="0"/>
              </a:rPr>
              <a:t>] </a:t>
            </a:r>
            <a:r>
              <a:rPr lang="da-DK" b="0" dirty="0">
                <a:solidFill>
                  <a:srgbClr val="000000"/>
                </a:solidFill>
                <a:effectLst/>
                <a:latin typeface="Consolas" panose="020B0609020204030204" pitchFamily="49" charset="0"/>
              </a:rPr>
              <a:t>=</a:t>
            </a:r>
            <a:r>
              <a:rPr lang="da-DK" b="0" dirty="0">
                <a:solidFill>
                  <a:srgbClr val="3B3B3B"/>
                </a:solidFill>
                <a:effectLst/>
                <a:latin typeface="Consolas" panose="020B0609020204030204" pitchFamily="49" charset="0"/>
              </a:rPr>
              <a:t> </a:t>
            </a:r>
            <a:r>
              <a:rPr lang="da-DK" b="0" dirty="0">
                <a:solidFill>
                  <a:srgbClr val="A31515"/>
                </a:solidFill>
                <a:effectLst/>
                <a:latin typeface="Consolas" panose="020B0609020204030204" pitchFamily="49" charset="0"/>
              </a:rPr>
              <a:t>"Bob"</a:t>
            </a:r>
            <a:r>
              <a:rPr lang="da-DK" b="0" dirty="0">
                <a:solidFill>
                  <a:srgbClr val="3B3B3B"/>
                </a:solidFill>
                <a:effectLst/>
                <a:latin typeface="Consolas" panose="020B0609020204030204" pitchFamily="49" charset="0"/>
              </a:rPr>
              <a:t>;</a:t>
            </a:r>
          </a:p>
          <a:p>
            <a:pPr>
              <a:lnSpc>
                <a:spcPts val="1425"/>
              </a:lnSpc>
              <a:buNone/>
            </a:pPr>
            <a:r>
              <a:rPr lang="da-DK" b="0" dirty="0">
                <a:solidFill>
                  <a:srgbClr val="3B3B3B"/>
                </a:solidFill>
                <a:effectLst/>
                <a:latin typeface="Consolas" panose="020B0609020204030204" pitchFamily="49" charset="0"/>
              </a:rPr>
              <a:t>    </a:t>
            </a:r>
            <a:r>
              <a:rPr lang="da-DK" b="0" dirty="0" err="1">
                <a:solidFill>
                  <a:srgbClr val="001080"/>
                </a:solidFill>
                <a:effectLst/>
                <a:latin typeface="Consolas" panose="020B0609020204030204" pitchFamily="49" charset="0"/>
              </a:rPr>
              <a:t>names</a:t>
            </a:r>
            <a:r>
              <a:rPr lang="da-DK" b="0" dirty="0">
                <a:solidFill>
                  <a:srgbClr val="3B3B3B"/>
                </a:solidFill>
                <a:effectLst/>
                <a:latin typeface="Consolas" panose="020B0609020204030204" pitchFamily="49" charset="0"/>
              </a:rPr>
              <a:t>[</a:t>
            </a:r>
            <a:r>
              <a:rPr lang="da-DK" b="0" dirty="0">
                <a:solidFill>
                  <a:srgbClr val="098658"/>
                </a:solidFill>
                <a:effectLst/>
                <a:latin typeface="Consolas" panose="020B0609020204030204" pitchFamily="49" charset="0"/>
              </a:rPr>
              <a:t>2</a:t>
            </a:r>
            <a:r>
              <a:rPr lang="da-DK" b="0" dirty="0">
                <a:solidFill>
                  <a:srgbClr val="3B3B3B"/>
                </a:solidFill>
                <a:effectLst/>
                <a:latin typeface="Consolas" panose="020B0609020204030204" pitchFamily="49" charset="0"/>
              </a:rPr>
              <a:t>] </a:t>
            </a:r>
            <a:r>
              <a:rPr lang="da-DK" b="0" dirty="0">
                <a:solidFill>
                  <a:srgbClr val="000000"/>
                </a:solidFill>
                <a:effectLst/>
                <a:latin typeface="Consolas" panose="020B0609020204030204" pitchFamily="49" charset="0"/>
              </a:rPr>
              <a:t>=</a:t>
            </a:r>
            <a:r>
              <a:rPr lang="da-DK" b="0" dirty="0">
                <a:solidFill>
                  <a:srgbClr val="3B3B3B"/>
                </a:solidFill>
                <a:effectLst/>
                <a:latin typeface="Consolas" panose="020B0609020204030204" pitchFamily="49" charset="0"/>
              </a:rPr>
              <a:t> </a:t>
            </a:r>
            <a:r>
              <a:rPr lang="da-DK" b="0" dirty="0">
                <a:solidFill>
                  <a:srgbClr val="A31515"/>
                </a:solidFill>
                <a:effectLst/>
                <a:latin typeface="Consolas" panose="020B0609020204030204" pitchFamily="49" charset="0"/>
              </a:rPr>
              <a:t>"Charlie"</a:t>
            </a:r>
            <a:r>
              <a:rPr lang="da-DK" b="0" dirty="0">
                <a:solidFill>
                  <a:srgbClr val="3B3B3B"/>
                </a:solidFill>
                <a:effectLst/>
                <a:latin typeface="Consolas" panose="020B0609020204030204" pitchFamily="49" charset="0"/>
              </a:rPr>
              <a:t>;</a:t>
            </a:r>
          </a:p>
          <a:p>
            <a:pPr>
              <a:lnSpc>
                <a:spcPts val="1425"/>
              </a:lnSpc>
              <a:buNone/>
            </a:pPr>
            <a:r>
              <a:rPr lang="da-DK" b="0" dirty="0">
                <a:solidFill>
                  <a:srgbClr val="3B3B3B"/>
                </a:solidFill>
                <a:effectLst/>
                <a:latin typeface="Consolas" panose="020B0609020204030204" pitchFamily="49" charset="0"/>
              </a:rPr>
              <a:t>    </a:t>
            </a:r>
            <a:r>
              <a:rPr lang="da-DK" b="0" dirty="0" err="1">
                <a:solidFill>
                  <a:srgbClr val="795E26"/>
                </a:solidFill>
                <a:effectLst/>
                <a:latin typeface="Consolas" panose="020B0609020204030204" pitchFamily="49" charset="0"/>
              </a:rPr>
              <a:t>free</a:t>
            </a:r>
            <a:r>
              <a:rPr lang="da-DK" b="0" dirty="0">
                <a:solidFill>
                  <a:srgbClr val="3B3B3B"/>
                </a:solidFill>
                <a:effectLst/>
                <a:latin typeface="Consolas" panose="020B0609020204030204" pitchFamily="49" charset="0"/>
              </a:rPr>
              <a:t>(</a:t>
            </a:r>
            <a:r>
              <a:rPr lang="da-DK" b="0" dirty="0" err="1">
                <a:solidFill>
                  <a:srgbClr val="001080"/>
                </a:solidFill>
                <a:effectLst/>
                <a:latin typeface="Consolas" panose="020B0609020204030204" pitchFamily="49" charset="0"/>
              </a:rPr>
              <a:t>names</a:t>
            </a:r>
            <a:r>
              <a:rPr lang="da-DK" b="0" dirty="0">
                <a:solidFill>
                  <a:srgbClr val="3B3B3B"/>
                </a:solidFill>
                <a:effectLst/>
                <a:latin typeface="Consolas" panose="020B0609020204030204" pitchFamily="49" charset="0"/>
              </a:rPr>
              <a:t>);</a:t>
            </a:r>
          </a:p>
          <a:p>
            <a:pPr>
              <a:lnSpc>
                <a:spcPts val="1425"/>
              </a:lnSpc>
              <a:buNone/>
            </a:pPr>
            <a:r>
              <a:rPr lang="da-DK" b="0" dirty="0">
                <a:solidFill>
                  <a:srgbClr val="3B3B3B"/>
                </a:solidFill>
                <a:effectLst/>
                <a:latin typeface="Consolas" panose="020B0609020204030204" pitchFamily="49" charset="0"/>
              </a:rPr>
              <a:t>    </a:t>
            </a:r>
            <a:r>
              <a:rPr lang="da-DK" b="0" dirty="0">
                <a:solidFill>
                  <a:srgbClr val="AF00DB"/>
                </a:solidFill>
                <a:effectLst/>
                <a:latin typeface="Consolas" panose="020B0609020204030204" pitchFamily="49" charset="0"/>
              </a:rPr>
              <a:t>return</a:t>
            </a:r>
            <a:r>
              <a:rPr lang="da-DK" b="0" dirty="0">
                <a:solidFill>
                  <a:srgbClr val="3B3B3B"/>
                </a:solidFill>
                <a:effectLst/>
                <a:latin typeface="Consolas" panose="020B0609020204030204" pitchFamily="49" charset="0"/>
              </a:rPr>
              <a:t> </a:t>
            </a:r>
            <a:r>
              <a:rPr lang="da-DK" b="0" dirty="0">
                <a:solidFill>
                  <a:srgbClr val="098658"/>
                </a:solidFill>
                <a:effectLst/>
                <a:latin typeface="Consolas" panose="020B0609020204030204" pitchFamily="49" charset="0"/>
              </a:rPr>
              <a:t>0</a:t>
            </a:r>
            <a:r>
              <a:rPr lang="da-DK" b="0" dirty="0">
                <a:solidFill>
                  <a:srgbClr val="3B3B3B"/>
                </a:solidFill>
                <a:effectLst/>
                <a:latin typeface="Consolas" panose="020B0609020204030204" pitchFamily="49" charset="0"/>
              </a:rPr>
              <a:t>;</a:t>
            </a:r>
          </a:p>
          <a:p>
            <a:pPr>
              <a:lnSpc>
                <a:spcPts val="1425"/>
              </a:lnSpc>
              <a:buNone/>
            </a:pPr>
            <a:r>
              <a:rPr lang="da-DK" b="0" dirty="0">
                <a:solidFill>
                  <a:srgbClr val="3B3B3B"/>
                </a:solidFill>
                <a:effectLst/>
                <a:latin typeface="Consolas" panose="020B0609020204030204" pitchFamily="49" charset="0"/>
              </a:rPr>
              <a:t>}</a:t>
            </a:r>
          </a:p>
          <a:p>
            <a:pPr>
              <a:lnSpc>
                <a:spcPts val="1425"/>
              </a:lnSpc>
              <a:buNone/>
            </a:pPr>
            <a:br>
              <a:rPr lang="da-DK" b="0" dirty="0">
                <a:solidFill>
                  <a:srgbClr val="3B3B3B"/>
                </a:solidFill>
                <a:effectLst/>
                <a:latin typeface="Consolas" panose="020B0609020204030204" pitchFamily="49" charset="0"/>
              </a:rPr>
            </a:br>
            <a:endParaRPr lang="da-DK"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31380868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4" y="2143359"/>
            <a:ext cx="7720047" cy="3752115"/>
          </a:xfrm>
        </p:spPr>
        <p:txBody>
          <a:bodyPr>
            <a:normAutofit/>
          </a:bodyPr>
          <a:lstStyle/>
          <a:p>
            <a:pPr marL="0" indent="0">
              <a:buNone/>
            </a:pPr>
            <a:r>
              <a:rPr lang="da-DK" sz="1400" dirty="0">
                <a:latin typeface="Consolas" panose="020B0609020204030204" pitchFamily="49" charset="0"/>
              </a:rPr>
              <a:t>Arrays og pointers</a:t>
            </a:r>
          </a:p>
          <a:p>
            <a:endParaRPr lang="da-DK" sz="1400" dirty="0">
              <a:latin typeface="Consolas" panose="020B0609020204030204" pitchFamily="49" charset="0"/>
            </a:endParaRPr>
          </a:p>
          <a:p>
            <a:r>
              <a:rPr lang="da-DK" sz="1400" dirty="0">
                <a:latin typeface="Consolas" panose="020B0609020204030204" pitchFamily="49" charset="0"/>
              </a:rPr>
              <a:t>Arrays og hukommelse</a:t>
            </a:r>
          </a:p>
          <a:p>
            <a:r>
              <a:rPr lang="da-DK" sz="1400" dirty="0">
                <a:latin typeface="Consolas" panose="020B0609020204030204" pitchFamily="49" charset="0"/>
              </a:rPr>
              <a:t>N-</a:t>
            </a:r>
            <a:r>
              <a:rPr lang="da-DK" sz="1400" dirty="0" err="1">
                <a:latin typeface="Consolas" panose="020B0609020204030204" pitchFamily="49" charset="0"/>
              </a:rPr>
              <a:t>Dimentionelle</a:t>
            </a:r>
            <a:r>
              <a:rPr lang="da-DK" sz="1400" dirty="0"/>
              <a:t> Arrays</a:t>
            </a:r>
            <a:endParaRPr lang="da-DK" sz="1400" dirty="0">
              <a:latin typeface="Consolas" panose="020B0609020204030204" pitchFamily="49" charset="0"/>
            </a:endParaRPr>
          </a:p>
          <a:p>
            <a:r>
              <a:rPr lang="da-DK" sz="1400" dirty="0" err="1"/>
              <a:t>stack</a:t>
            </a:r>
            <a:r>
              <a:rPr lang="da-DK" sz="1400" dirty="0"/>
              <a:t> og </a:t>
            </a:r>
            <a:r>
              <a:rPr lang="da-DK" sz="1400" dirty="0" err="1"/>
              <a:t>heap</a:t>
            </a:r>
            <a:endParaRPr lang="da-DK" sz="1400" dirty="0"/>
          </a:p>
          <a:p>
            <a:r>
              <a:rPr lang="da-DK" sz="1400" dirty="0"/>
              <a:t>Pointers og hukommelse</a:t>
            </a:r>
          </a:p>
          <a:p>
            <a:r>
              <a:rPr lang="da-DK" sz="1400" b="1" dirty="0">
                <a:latin typeface="Consolas" panose="020B0609020204030204" pitchFamily="49" charset="0"/>
              </a:rPr>
              <a:t>Sammenhænget mellem array</a:t>
            </a:r>
            <a:r>
              <a:rPr lang="da-DK" sz="1400" b="1" dirty="0"/>
              <a:t>s og pointers</a:t>
            </a:r>
          </a:p>
          <a:p>
            <a:endParaRPr lang="da-DK" sz="1400" dirty="0">
              <a:latin typeface="Consolas" panose="020B0609020204030204" pitchFamily="49" charset="0"/>
            </a:endParaRPr>
          </a:p>
          <a:p>
            <a:endParaRPr lang="da-DK" sz="1400" dirty="0"/>
          </a:p>
          <a:p>
            <a:endParaRPr lang="da-DK" sz="1400" dirty="0"/>
          </a:p>
          <a:p>
            <a:endParaRPr lang="en-DK" sz="1400"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1253049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A343854-B7C2-463A-B073-7929D2EFAC7F}"/>
              </a:ext>
            </a:extLst>
          </p:cNvPr>
          <p:cNvSpPr>
            <a:spLocks noGrp="1"/>
          </p:cNvSpPr>
          <p:nvPr>
            <p:ph type="title"/>
          </p:nvPr>
        </p:nvSpPr>
        <p:spPr/>
        <p:txBody>
          <a:bodyPr/>
          <a:lstStyle/>
          <a:p>
            <a:r>
              <a:rPr lang="en-US" dirty="0"/>
              <a:t>Arrays</a:t>
            </a:r>
          </a:p>
        </p:txBody>
      </p:sp>
      <p:pic>
        <p:nvPicPr>
          <p:cNvPr id="6" name="Billede 5">
            <a:extLst>
              <a:ext uri="{FF2B5EF4-FFF2-40B4-BE49-F238E27FC236}">
                <a16:creationId xmlns:a16="http://schemas.microsoft.com/office/drawing/2014/main" id="{31DF2FFC-5FB3-42B0-B3CB-D9D3783B4F67}"/>
              </a:ext>
            </a:extLst>
          </p:cNvPr>
          <p:cNvPicPr>
            <a:picLocks noChangeAspect="1"/>
          </p:cNvPicPr>
          <p:nvPr/>
        </p:nvPicPr>
        <p:blipFill>
          <a:blip r:embed="rId2"/>
          <a:stretch>
            <a:fillRect/>
          </a:stretch>
        </p:blipFill>
        <p:spPr>
          <a:xfrm>
            <a:off x="5737253" y="821452"/>
            <a:ext cx="5324666" cy="1280456"/>
          </a:xfrm>
          <a:prstGeom prst="rect">
            <a:avLst/>
          </a:prstGeom>
        </p:spPr>
      </p:pic>
      <p:sp>
        <p:nvSpPr>
          <p:cNvPr id="7" name="TextBox 6">
            <a:extLst>
              <a:ext uri="{FF2B5EF4-FFF2-40B4-BE49-F238E27FC236}">
                <a16:creationId xmlns:a16="http://schemas.microsoft.com/office/drawing/2014/main" id="{8DFBB73E-62B8-2765-9E27-38023154350E}"/>
              </a:ext>
            </a:extLst>
          </p:cNvPr>
          <p:cNvSpPr txBox="1"/>
          <p:nvPr/>
        </p:nvSpPr>
        <p:spPr>
          <a:xfrm>
            <a:off x="740588" y="2138228"/>
            <a:ext cx="10942572" cy="3637150"/>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DK" sz="1400" dirty="0"/>
              <a:t>Array er </a:t>
            </a:r>
            <a:r>
              <a:rPr lang="en-DK" sz="1400" dirty="0" err="1"/>
              <a:t>en</a:t>
            </a:r>
            <a:r>
              <a:rPr lang="en-DK" sz="1400" dirty="0"/>
              <a:t> </a:t>
            </a:r>
            <a:r>
              <a:rPr lang="en-DK" sz="1400" dirty="0" err="1"/>
              <a:t>datastruktur</a:t>
            </a:r>
            <a:r>
              <a:rPr lang="en-DK" sz="1400" dirty="0"/>
              <a:t> </a:t>
            </a:r>
            <a:r>
              <a:rPr lang="en-DK" sz="1400" dirty="0" err="1"/>
              <a:t>af</a:t>
            </a:r>
            <a:r>
              <a:rPr lang="en-DK" sz="1400" dirty="0"/>
              <a:t> </a:t>
            </a:r>
            <a:r>
              <a:rPr lang="en-DK" sz="1400" dirty="0" err="1"/>
              <a:t>samme</a:t>
            </a:r>
            <a:r>
              <a:rPr lang="en-DK" sz="1400" dirty="0"/>
              <a:t> type</a:t>
            </a:r>
            <a:endParaRPr lang="da-DK" sz="1400" dirty="0"/>
          </a:p>
          <a:p>
            <a:pPr marL="285750" indent="-285750">
              <a:lnSpc>
                <a:spcPct val="107000"/>
              </a:lnSpc>
              <a:spcAft>
                <a:spcPts val="800"/>
              </a:spcAft>
              <a:buFont typeface="Arial" panose="020B0604020202020204" pitchFamily="34" charset="0"/>
              <a:buChar char="•"/>
            </a:pPr>
            <a:r>
              <a:rPr lang="da-DK" sz="1400" dirty="0"/>
              <a:t>Et</a:t>
            </a:r>
            <a:r>
              <a:rPr lang="en-DK" sz="1400" dirty="0"/>
              <a:t> array er </a:t>
            </a:r>
            <a:r>
              <a:rPr lang="da-DK" sz="1400" dirty="0"/>
              <a:t>en </a:t>
            </a:r>
            <a:r>
              <a:rPr lang="en-DK" sz="1400" dirty="0" err="1"/>
              <a:t>sekventiel</a:t>
            </a:r>
            <a:r>
              <a:rPr lang="en-DK" sz="1400" dirty="0"/>
              <a:t> </a:t>
            </a:r>
            <a:r>
              <a:rPr lang="en-DK" sz="1400" dirty="0" err="1"/>
              <a:t>hukommelseslokation</a:t>
            </a:r>
            <a:r>
              <a:rPr lang="da-DK" sz="1400" dirty="0"/>
              <a:t> (alle værdier er lige ved siden af hinanden)</a:t>
            </a:r>
          </a:p>
          <a:p>
            <a:pPr marL="742915" lvl="1" indent="-285750">
              <a:lnSpc>
                <a:spcPct val="107000"/>
              </a:lnSpc>
              <a:spcAft>
                <a:spcPts val="800"/>
              </a:spcAft>
              <a:buFont typeface="Arial" panose="020B0604020202020204" pitchFamily="34" charset="0"/>
              <a:buChar char="•"/>
            </a:pPr>
            <a:r>
              <a:rPr lang="da-DK" sz="1400" dirty="0"/>
              <a:t>L</a:t>
            </a:r>
            <a:r>
              <a:rPr lang="en-DK" sz="1400" dirty="0" err="1"/>
              <a:t>aveste</a:t>
            </a:r>
            <a:r>
              <a:rPr lang="en-DK" sz="1400" dirty="0"/>
              <a:t> </a:t>
            </a:r>
            <a:r>
              <a:rPr lang="en-DK" sz="1400" dirty="0" err="1"/>
              <a:t>adresse</a:t>
            </a:r>
            <a:r>
              <a:rPr lang="en-DK" sz="1400" dirty="0"/>
              <a:t> </a:t>
            </a:r>
            <a:r>
              <a:rPr lang="da-DK" sz="1400" dirty="0"/>
              <a:t>x[0]  : </a:t>
            </a:r>
            <a:r>
              <a:rPr lang="en-DK" sz="1400" dirty="0" err="1"/>
              <a:t>første</a:t>
            </a:r>
            <a:r>
              <a:rPr lang="en-DK" sz="1400" dirty="0"/>
              <a:t> element</a:t>
            </a:r>
            <a:r>
              <a:rPr lang="da-DK" sz="1400" dirty="0"/>
              <a:t> værdi</a:t>
            </a:r>
          </a:p>
          <a:p>
            <a:pPr marL="742915" lvl="1" indent="-285750">
              <a:lnSpc>
                <a:spcPct val="107000"/>
              </a:lnSpc>
              <a:spcAft>
                <a:spcPts val="800"/>
              </a:spcAft>
              <a:buFont typeface="Arial" panose="020B0604020202020204" pitchFamily="34" charset="0"/>
              <a:buChar char="•"/>
            </a:pPr>
            <a:r>
              <a:rPr lang="da-DK" sz="1400" dirty="0"/>
              <a:t>H</a:t>
            </a:r>
            <a:r>
              <a:rPr lang="en-DK" sz="1400" dirty="0" err="1"/>
              <a:t>øjeste</a:t>
            </a:r>
            <a:r>
              <a:rPr lang="en-DK" sz="1400" dirty="0"/>
              <a:t> </a:t>
            </a:r>
            <a:r>
              <a:rPr lang="en-DK" sz="1400" dirty="0" err="1"/>
              <a:t>adresse</a:t>
            </a:r>
            <a:r>
              <a:rPr lang="en-DK" sz="1400" dirty="0"/>
              <a:t> </a:t>
            </a:r>
            <a:r>
              <a:rPr lang="da-DK" sz="1400" dirty="0"/>
              <a:t>x[N-1] : </a:t>
            </a:r>
            <a:r>
              <a:rPr lang="en-DK" sz="1400" dirty="0" err="1"/>
              <a:t>sidste</a:t>
            </a:r>
            <a:r>
              <a:rPr lang="en-DK" sz="1400" dirty="0"/>
              <a:t> element</a:t>
            </a:r>
            <a:r>
              <a:rPr lang="da-DK" sz="1400" dirty="0"/>
              <a:t> værdi</a:t>
            </a:r>
          </a:p>
          <a:p>
            <a:pPr marL="285750" indent="-285750">
              <a:lnSpc>
                <a:spcPct val="107000"/>
              </a:lnSpc>
              <a:spcAft>
                <a:spcPts val="800"/>
              </a:spcAft>
              <a:buFont typeface="Arial" panose="020B0604020202020204" pitchFamily="34" charset="0"/>
              <a:buChar char="•"/>
            </a:pPr>
            <a:r>
              <a:rPr lang="en-DK" sz="1400" dirty="0" err="1"/>
              <a:t>Hvert</a:t>
            </a:r>
            <a:r>
              <a:rPr lang="en-DK" sz="1400" dirty="0"/>
              <a:t> array </a:t>
            </a:r>
            <a:r>
              <a:rPr lang="en-DK" sz="1400" dirty="0" err="1"/>
              <a:t>har</a:t>
            </a:r>
            <a:r>
              <a:rPr lang="en-DK" sz="1400" dirty="0"/>
              <a:t> </a:t>
            </a:r>
            <a:r>
              <a:rPr lang="en-DK" sz="1400" dirty="0" err="1"/>
              <a:t>tre</a:t>
            </a:r>
            <a:r>
              <a:rPr lang="en-DK" sz="1400" dirty="0"/>
              <a:t> </a:t>
            </a:r>
            <a:r>
              <a:rPr lang="en-DK" sz="1400" dirty="0" err="1"/>
              <a:t>egenskaber</a:t>
            </a:r>
            <a:r>
              <a:rPr lang="en-DK" sz="1400" dirty="0"/>
              <a:t>:</a:t>
            </a:r>
            <a:endParaRPr lang="da-DK" sz="1400" dirty="0"/>
          </a:p>
          <a:p>
            <a:pPr marL="742915" lvl="1" indent="-285750">
              <a:lnSpc>
                <a:spcPct val="107000"/>
              </a:lnSpc>
              <a:spcAft>
                <a:spcPts val="800"/>
              </a:spcAft>
              <a:buFont typeface="Arial" panose="020B0604020202020204" pitchFamily="34" charset="0"/>
              <a:buChar char="•"/>
            </a:pPr>
            <a:r>
              <a:rPr lang="en-DK" sz="1400" dirty="0"/>
              <a:t>Array</a:t>
            </a:r>
            <a:r>
              <a:rPr lang="en-US" sz="1400" dirty="0"/>
              <a:t>-</a:t>
            </a:r>
            <a:r>
              <a:rPr lang="en-DK" sz="1400" dirty="0" err="1"/>
              <a:t>navn</a:t>
            </a:r>
            <a:endParaRPr lang="da-DK" sz="1400" dirty="0"/>
          </a:p>
          <a:p>
            <a:pPr marL="742915" lvl="1" indent="-285750">
              <a:lnSpc>
                <a:spcPct val="107000"/>
              </a:lnSpc>
              <a:spcAft>
                <a:spcPts val="800"/>
              </a:spcAft>
              <a:buFont typeface="Arial" panose="020B0604020202020204" pitchFamily="34" charset="0"/>
              <a:buChar char="•"/>
            </a:pPr>
            <a:r>
              <a:rPr lang="en-DK" sz="1400" dirty="0"/>
              <a:t>Datatype</a:t>
            </a:r>
            <a:endParaRPr lang="da-DK" sz="1400" dirty="0"/>
          </a:p>
          <a:p>
            <a:pPr marL="742915" lvl="1" indent="-285750">
              <a:lnSpc>
                <a:spcPct val="107000"/>
              </a:lnSpc>
              <a:spcAft>
                <a:spcPts val="800"/>
              </a:spcAft>
              <a:buFont typeface="Arial" panose="020B0604020202020204" pitchFamily="34" charset="0"/>
              <a:buChar char="•"/>
            </a:pPr>
            <a:r>
              <a:rPr lang="en-DK" sz="1400" dirty="0" err="1"/>
              <a:t>Arraystørrelse</a:t>
            </a:r>
            <a:endParaRPr lang="da-DK" sz="1400" dirty="0"/>
          </a:p>
          <a:p>
            <a:pPr marL="285750" indent="-285750">
              <a:lnSpc>
                <a:spcPct val="107000"/>
              </a:lnSpc>
              <a:spcAft>
                <a:spcPts val="800"/>
              </a:spcAft>
              <a:buFont typeface="Arial" panose="020B0604020202020204" pitchFamily="34" charset="0"/>
              <a:buChar char="•"/>
            </a:pPr>
            <a:r>
              <a:rPr lang="en-US" sz="1400" dirty="0"/>
              <a:t>A</a:t>
            </a:r>
            <a:r>
              <a:rPr lang="en-DK" sz="1400" dirty="0" err="1"/>
              <a:t>dgang</a:t>
            </a:r>
            <a:r>
              <a:rPr lang="en-DK" sz="1400" dirty="0"/>
              <a:t> </a:t>
            </a:r>
            <a:r>
              <a:rPr lang="en-DK" sz="1400" dirty="0" err="1"/>
              <a:t>til</a:t>
            </a:r>
            <a:r>
              <a:rPr lang="en-DK" sz="1400" dirty="0"/>
              <a:t> array-element </a:t>
            </a:r>
            <a:r>
              <a:rPr lang="en-US" sz="1400" dirty="0"/>
              <a:t>via </a:t>
            </a:r>
            <a:r>
              <a:rPr lang="en-DK" sz="1400" dirty="0"/>
              <a:t>array-</a:t>
            </a:r>
            <a:r>
              <a:rPr lang="en-DK" sz="1400" dirty="0" err="1"/>
              <a:t>indeks</a:t>
            </a:r>
            <a:r>
              <a:rPr lang="en-DK" sz="1400" dirty="0"/>
              <a:t>.</a:t>
            </a:r>
            <a:endParaRPr lang="da-DK" sz="1400" dirty="0"/>
          </a:p>
          <a:p>
            <a:pPr marL="742915" lvl="1" indent="-285750">
              <a:lnSpc>
                <a:spcPct val="107000"/>
              </a:lnSpc>
              <a:spcAft>
                <a:spcPts val="800"/>
              </a:spcAft>
              <a:buFont typeface="Arial" panose="020B0604020202020204" pitchFamily="34" charset="0"/>
              <a:buChar char="•"/>
            </a:pPr>
            <a:r>
              <a:rPr lang="en-DK" sz="1400" dirty="0"/>
              <a:t>I C </a:t>
            </a:r>
            <a:r>
              <a:rPr lang="en-DK" sz="1400" dirty="0" err="1"/>
              <a:t>tæller</a:t>
            </a:r>
            <a:r>
              <a:rPr lang="en-DK" sz="1400" dirty="0"/>
              <a:t> vi </a:t>
            </a:r>
            <a:r>
              <a:rPr lang="en-DK" sz="1400" dirty="0" err="1"/>
              <a:t>fra</a:t>
            </a:r>
            <a:r>
              <a:rPr lang="en-DK" sz="1400" dirty="0"/>
              <a:t> </a:t>
            </a:r>
            <a:r>
              <a:rPr lang="en-DK" sz="1400" dirty="0" err="1"/>
              <a:t>indeks</a:t>
            </a:r>
            <a:r>
              <a:rPr lang="en-DK" sz="1400" dirty="0"/>
              <a:t>=0 (</a:t>
            </a:r>
            <a:r>
              <a:rPr lang="en-DK" sz="1400" dirty="0" err="1"/>
              <a:t>første</a:t>
            </a:r>
            <a:r>
              <a:rPr lang="en-DK" sz="1400" dirty="0"/>
              <a:t> element) </a:t>
            </a:r>
            <a:r>
              <a:rPr lang="en-DK" sz="1400" dirty="0" err="1"/>
              <a:t>til</a:t>
            </a:r>
            <a:r>
              <a:rPr lang="en-DK" sz="1400" dirty="0"/>
              <a:t> </a:t>
            </a:r>
            <a:r>
              <a:rPr lang="en-DK" sz="1400" dirty="0" err="1"/>
              <a:t>indeks</a:t>
            </a:r>
            <a:r>
              <a:rPr lang="en-DK" sz="1400" dirty="0"/>
              <a:t>=N-1, </a:t>
            </a:r>
            <a:r>
              <a:rPr lang="en-DK" sz="1400" dirty="0" err="1"/>
              <a:t>hvor</a:t>
            </a:r>
            <a:r>
              <a:rPr lang="en-DK" sz="1400" dirty="0"/>
              <a:t> N er </a:t>
            </a:r>
            <a:r>
              <a:rPr lang="da-DK" sz="1400" dirty="0"/>
              <a:t>størrelsen</a:t>
            </a:r>
            <a:r>
              <a:rPr lang="en-DK" sz="1400" dirty="0"/>
              <a:t> </a:t>
            </a:r>
            <a:r>
              <a:rPr lang="en-DK" sz="1400" dirty="0" err="1"/>
              <a:t>af</a:t>
            </a:r>
            <a:r>
              <a:rPr lang="en-DK" sz="1400" dirty="0"/>
              <a:t> </a:t>
            </a:r>
            <a:r>
              <a:rPr lang="en-DK" sz="1400" dirty="0" err="1"/>
              <a:t>arrayet</a:t>
            </a:r>
            <a:r>
              <a:rPr lang="en-DK" sz="1400" dirty="0"/>
              <a:t>.</a:t>
            </a:r>
            <a:endParaRPr lang="da-DK" sz="1400" dirty="0"/>
          </a:p>
          <a:p>
            <a:pPr marL="285750" indent="-285750">
              <a:lnSpc>
                <a:spcPct val="107000"/>
              </a:lnSpc>
              <a:spcAft>
                <a:spcPts val="800"/>
              </a:spcAft>
              <a:buFont typeface="Arial" panose="020B0604020202020204" pitchFamily="34" charset="0"/>
              <a:buChar char="•"/>
            </a:pPr>
            <a:r>
              <a:rPr lang="da-DK" sz="1400" b="1" u="sng" dirty="0"/>
              <a:t>E</a:t>
            </a:r>
            <a:r>
              <a:rPr lang="en-US" sz="1400" b="1" u="sng" dirty="0"/>
              <a:t>t array </a:t>
            </a:r>
            <a:r>
              <a:rPr lang="en-US" sz="1400" b="1" u="sng" dirty="0" err="1"/>
              <a:t>navn</a:t>
            </a:r>
            <a:r>
              <a:rPr lang="en-US" sz="1400" b="1" u="sng" dirty="0"/>
              <a:t> </a:t>
            </a:r>
            <a:r>
              <a:rPr lang="en-US" sz="1400" b="1" u="sng" dirty="0" err="1"/>
              <a:t>indeholder</a:t>
            </a:r>
            <a:r>
              <a:rPr lang="en-US" sz="1400" b="1" u="sng" dirty="0"/>
              <a:t> </a:t>
            </a:r>
            <a:r>
              <a:rPr lang="en-US" sz="1400" b="1" u="sng" dirty="0" err="1"/>
              <a:t>addressen</a:t>
            </a:r>
            <a:r>
              <a:rPr lang="en-US" sz="1400" b="1" u="sng" dirty="0"/>
              <a:t> </a:t>
            </a:r>
            <a:r>
              <a:rPr lang="en-US" sz="1400" b="1" u="sng" dirty="0" err="1"/>
              <a:t>på</a:t>
            </a:r>
            <a:r>
              <a:rPr lang="en-US" sz="1400" b="1" u="sng" dirty="0"/>
              <a:t> </a:t>
            </a:r>
            <a:r>
              <a:rPr lang="en-US" sz="1400" b="1" u="sng" dirty="0" err="1"/>
              <a:t>første</a:t>
            </a:r>
            <a:r>
              <a:rPr lang="en-US" sz="1400" b="1" u="sng" dirty="0"/>
              <a:t> element. </a:t>
            </a:r>
            <a:r>
              <a:rPr lang="en-US" sz="1400" b="1" u="sng" dirty="0" err="1"/>
              <a:t>Intet</a:t>
            </a:r>
            <a:r>
              <a:rPr lang="en-US" sz="1400" b="1" u="sng" dirty="0"/>
              <a:t> </a:t>
            </a:r>
            <a:r>
              <a:rPr lang="en-US" sz="1400" b="1" u="sng" dirty="0" err="1"/>
              <a:t>andet</a:t>
            </a:r>
            <a:r>
              <a:rPr lang="en-US" sz="1400" b="1" u="sng" dirty="0"/>
              <a:t>! (C </a:t>
            </a:r>
            <a:r>
              <a:rPr lang="en-US" sz="1400" b="1" u="sng" dirty="0" err="1"/>
              <a:t>ved</a:t>
            </a:r>
            <a:r>
              <a:rPr lang="en-US" sz="1400" b="1" u="sng" dirty="0"/>
              <a:t> </a:t>
            </a:r>
            <a:r>
              <a:rPr lang="en-US" sz="1400" b="1" u="sng" dirty="0" err="1"/>
              <a:t>kun</a:t>
            </a:r>
            <a:r>
              <a:rPr lang="en-US" sz="1400" b="1" u="sng" dirty="0"/>
              <a:t> </a:t>
            </a:r>
            <a:r>
              <a:rPr lang="en-US" sz="1400" b="1" u="sng" dirty="0" err="1"/>
              <a:t>hvor</a:t>
            </a:r>
            <a:r>
              <a:rPr lang="en-US" sz="1400" b="1" u="sng" dirty="0"/>
              <a:t> et array er, </a:t>
            </a:r>
            <a:r>
              <a:rPr lang="en-US" sz="1400" b="1" u="sng" dirty="0" err="1"/>
              <a:t>ikke</a:t>
            </a:r>
            <a:r>
              <a:rPr lang="en-US" sz="1400" b="1" u="sng" dirty="0"/>
              <a:t> </a:t>
            </a:r>
            <a:r>
              <a:rPr lang="en-US" sz="1400" b="1" u="sng" dirty="0" err="1"/>
              <a:t>hvor</a:t>
            </a:r>
            <a:r>
              <a:rPr lang="en-US" sz="1400" b="1" u="sng" dirty="0"/>
              <a:t> </a:t>
            </a:r>
            <a:r>
              <a:rPr lang="en-US" sz="1400" b="1" u="sng" dirty="0" err="1"/>
              <a:t>stort</a:t>
            </a:r>
            <a:r>
              <a:rPr lang="en-US" sz="1400" b="1" u="sng" dirty="0"/>
              <a:t> det er)</a:t>
            </a:r>
          </a:p>
        </p:txBody>
      </p:sp>
      <p:sp>
        <p:nvSpPr>
          <p:cNvPr id="5" name="Arrow: Right 4">
            <a:extLst>
              <a:ext uri="{FF2B5EF4-FFF2-40B4-BE49-F238E27FC236}">
                <a16:creationId xmlns:a16="http://schemas.microsoft.com/office/drawing/2014/main" id="{9F276C05-AFEA-E01F-FF19-10811432DB58}"/>
              </a:ext>
            </a:extLst>
          </p:cNvPr>
          <p:cNvSpPr/>
          <p:nvPr/>
        </p:nvSpPr>
        <p:spPr>
          <a:xfrm>
            <a:off x="398448" y="5454707"/>
            <a:ext cx="377851" cy="256938"/>
          </a:xfrm>
          <a:prstGeom prst="rightArrow">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DK"/>
          </a:p>
        </p:txBody>
      </p:sp>
    </p:spTree>
    <p:extLst>
      <p:ext uri="{BB962C8B-B14F-4D97-AF65-F5344CB8AC3E}">
        <p14:creationId xmlns:p14="http://schemas.microsoft.com/office/powerpoint/2010/main" val="20585047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FA343854-B7C2-463A-B073-7929D2EFAC7F}"/>
              </a:ext>
            </a:extLst>
          </p:cNvPr>
          <p:cNvSpPr>
            <a:spLocks noGrp="1"/>
          </p:cNvSpPr>
          <p:nvPr>
            <p:ph type="title"/>
          </p:nvPr>
        </p:nvSpPr>
        <p:spPr>
          <a:xfrm>
            <a:off x="587374" y="370290"/>
            <a:ext cx="6601077" cy="1474385"/>
          </a:xfrm>
        </p:spPr>
        <p:txBody>
          <a:bodyPr/>
          <a:lstStyle/>
          <a:p>
            <a:r>
              <a:rPr lang="en-US" sz="2800" dirty="0"/>
              <a:t>Arrays (</a:t>
            </a:r>
            <a:r>
              <a:rPr lang="en-US" sz="1600" dirty="0" err="1"/>
              <a:t>pointer_array_connection.c</a:t>
            </a:r>
            <a:r>
              <a:rPr lang="en-US" sz="2800" dirty="0"/>
              <a:t>)</a:t>
            </a:r>
          </a:p>
        </p:txBody>
      </p:sp>
      <p:sp>
        <p:nvSpPr>
          <p:cNvPr id="9" name="TextBox 8">
            <a:extLst>
              <a:ext uri="{FF2B5EF4-FFF2-40B4-BE49-F238E27FC236}">
                <a16:creationId xmlns:a16="http://schemas.microsoft.com/office/drawing/2014/main" id="{DF2F7379-02D9-7516-436F-45086D20DD3D}"/>
              </a:ext>
            </a:extLst>
          </p:cNvPr>
          <p:cNvSpPr txBox="1"/>
          <p:nvPr/>
        </p:nvSpPr>
        <p:spPr>
          <a:xfrm>
            <a:off x="641507" y="1111484"/>
            <a:ext cx="6094740" cy="5647700"/>
          </a:xfrm>
          <a:prstGeom prst="rect">
            <a:avLst/>
          </a:prstGeom>
          <a:solidFill>
            <a:schemeClr val="tx1"/>
          </a:solidFill>
        </p:spPr>
        <p:txBody>
          <a:bodyPr wrap="square">
            <a:spAutoFit/>
          </a:bodyPr>
          <a:lstStyle/>
          <a:p>
            <a:pPr>
              <a:lnSpc>
                <a:spcPts val="1425"/>
              </a:lnSpc>
              <a:buNone/>
            </a:pPr>
            <a:r>
              <a:rPr lang="da-DK" sz="1050" b="0" dirty="0">
                <a:solidFill>
                  <a:srgbClr val="C586C0"/>
                </a:solidFill>
                <a:effectLst/>
                <a:latin typeface="Consolas" panose="020B0609020204030204" pitchFamily="49" charset="0"/>
              </a:rPr>
              <a:t>#include</a:t>
            </a:r>
            <a:r>
              <a:rPr lang="da-DK" sz="1050" b="0" dirty="0">
                <a:solidFill>
                  <a:srgbClr val="569CD6"/>
                </a:solidFill>
                <a:effectLst/>
                <a:latin typeface="Consolas" panose="020B0609020204030204" pitchFamily="49" charset="0"/>
              </a:rPr>
              <a:t> </a:t>
            </a:r>
            <a:r>
              <a:rPr lang="da-DK" sz="1050" b="0" dirty="0">
                <a:solidFill>
                  <a:srgbClr val="CE9178"/>
                </a:solidFill>
                <a:effectLst/>
                <a:latin typeface="Consolas" panose="020B0609020204030204" pitchFamily="49" charset="0"/>
              </a:rPr>
              <a:t>&lt;</a:t>
            </a:r>
            <a:r>
              <a:rPr lang="da-DK" sz="1050" b="0" dirty="0" err="1">
                <a:solidFill>
                  <a:srgbClr val="CE9178"/>
                </a:solidFill>
                <a:effectLst/>
                <a:latin typeface="Consolas" panose="020B0609020204030204" pitchFamily="49" charset="0"/>
              </a:rPr>
              <a:t>stdio.h</a:t>
            </a:r>
            <a:r>
              <a:rPr lang="da-DK" sz="1050" b="0" dirty="0">
                <a:solidFill>
                  <a:srgbClr val="CE9178"/>
                </a:solidFill>
                <a:effectLst/>
                <a:latin typeface="Consolas" panose="020B0609020204030204" pitchFamily="49" charset="0"/>
              </a:rPr>
              <a:t>&gt;</a:t>
            </a:r>
            <a:endParaRPr lang="da-DK" sz="1050" b="0" dirty="0">
              <a:solidFill>
                <a:srgbClr val="CCCCCC"/>
              </a:solidFill>
              <a:effectLst/>
              <a:latin typeface="Consolas" panose="020B0609020204030204" pitchFamily="49" charset="0"/>
            </a:endParaRPr>
          </a:p>
          <a:p>
            <a:pPr>
              <a:lnSpc>
                <a:spcPts val="1425"/>
              </a:lnSpc>
              <a:buNone/>
            </a:pPr>
            <a:br>
              <a:rPr lang="da-DK" sz="1050" b="0" dirty="0">
                <a:solidFill>
                  <a:srgbClr val="CCCCCC"/>
                </a:solidFill>
                <a:effectLst/>
                <a:latin typeface="Consolas" panose="020B0609020204030204" pitchFamily="49" charset="0"/>
              </a:rPr>
            </a:br>
            <a:r>
              <a:rPr lang="da-DK" sz="1050" b="0" dirty="0" err="1">
                <a:solidFill>
                  <a:srgbClr val="569CD6"/>
                </a:solidFill>
                <a:effectLst/>
                <a:latin typeface="Consolas" panose="020B0609020204030204" pitchFamily="49" charset="0"/>
              </a:rPr>
              <a:t>int</a:t>
            </a: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main</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6A9955"/>
                </a:solidFill>
                <a:effectLst/>
                <a:latin typeface="Consolas" panose="020B0609020204030204" pitchFamily="49" charset="0"/>
              </a:rPr>
              <a:t>    /* an array with 5 elements */</a:t>
            </a:r>
            <a:endParaRPr lang="da-DK" sz="1050" b="0" dirty="0">
              <a:solidFill>
                <a:srgbClr val="CCCCCC"/>
              </a:solidFill>
              <a:effectLst/>
              <a:latin typeface="Consolas" panose="020B0609020204030204" pitchFamily="49" charset="0"/>
            </a:endParaRP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569CD6"/>
                </a:solidFill>
                <a:effectLst/>
                <a:latin typeface="Consolas" panose="020B0609020204030204" pitchFamily="49" charset="0"/>
              </a:rPr>
              <a:t>double</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balance</a:t>
            </a:r>
            <a:r>
              <a:rPr lang="da-DK" sz="1050" b="0" dirty="0">
                <a:solidFill>
                  <a:srgbClr val="CCCCCC"/>
                </a:solidFill>
                <a:effectLst/>
                <a:latin typeface="Consolas" panose="020B0609020204030204" pitchFamily="49" charset="0"/>
              </a:rPr>
              <a:t>[</a:t>
            </a:r>
            <a:r>
              <a:rPr lang="da-DK" sz="1050" b="0" dirty="0">
                <a:solidFill>
                  <a:srgbClr val="B5CEA8"/>
                </a:solidFill>
                <a:effectLst/>
                <a:latin typeface="Consolas" panose="020B0609020204030204" pitchFamily="49" charset="0"/>
              </a:rPr>
              <a:t>5</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1000.0</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2.0</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3.4</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17.0</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50.0</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569CD6"/>
                </a:solidFill>
                <a:effectLst/>
                <a:latin typeface="Consolas" panose="020B0609020204030204" pitchFamily="49" charset="0"/>
              </a:rPr>
              <a:t>double</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9CDCFE"/>
                </a:solidFill>
                <a:effectLst/>
                <a:latin typeface="Consolas" panose="020B0609020204030204" pitchFamily="49" charset="0"/>
              </a:rPr>
              <a:t>p</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569CD6"/>
                </a:solidFill>
                <a:effectLst/>
                <a:latin typeface="Consolas" panose="020B0609020204030204" pitchFamily="49" charset="0"/>
              </a:rPr>
              <a:t>int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p</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balance</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6A9955"/>
                </a:solidFill>
                <a:effectLst/>
                <a:latin typeface="Consolas" panose="020B0609020204030204" pitchFamily="49" charset="0"/>
              </a:rPr>
              <a:t>    /* output </a:t>
            </a:r>
            <a:r>
              <a:rPr lang="da-DK" sz="1050" b="0" dirty="0" err="1">
                <a:solidFill>
                  <a:srgbClr val="6A9955"/>
                </a:solidFill>
                <a:effectLst/>
                <a:latin typeface="Consolas" panose="020B0609020204030204" pitchFamily="49" charset="0"/>
              </a:rPr>
              <a:t>each</a:t>
            </a:r>
            <a:r>
              <a:rPr lang="da-DK" sz="1050" b="0" dirty="0">
                <a:solidFill>
                  <a:srgbClr val="6A9955"/>
                </a:solidFill>
                <a:effectLst/>
                <a:latin typeface="Consolas" panose="020B0609020204030204" pitchFamily="49" charset="0"/>
              </a:rPr>
              <a:t> array </a:t>
            </a:r>
            <a:r>
              <a:rPr lang="da-DK" sz="1050" b="0" dirty="0" err="1">
                <a:solidFill>
                  <a:srgbClr val="6A9955"/>
                </a:solidFill>
                <a:effectLst/>
                <a:latin typeface="Consolas" panose="020B0609020204030204" pitchFamily="49" charset="0"/>
              </a:rPr>
              <a:t>element's</a:t>
            </a:r>
            <a:r>
              <a:rPr lang="da-DK" sz="1050" b="0" dirty="0">
                <a:solidFill>
                  <a:srgbClr val="6A9955"/>
                </a:solidFill>
                <a:effectLst/>
                <a:latin typeface="Consolas" panose="020B0609020204030204" pitchFamily="49" charset="0"/>
              </a:rPr>
              <a:t> </a:t>
            </a:r>
            <a:r>
              <a:rPr lang="da-DK" sz="1050" b="0" dirty="0" err="1">
                <a:solidFill>
                  <a:srgbClr val="6A9955"/>
                </a:solidFill>
                <a:effectLst/>
                <a:latin typeface="Consolas" panose="020B0609020204030204" pitchFamily="49" charset="0"/>
              </a:rPr>
              <a:t>value</a:t>
            </a:r>
            <a:r>
              <a:rPr lang="da-DK" sz="1050" b="0" dirty="0">
                <a:solidFill>
                  <a:srgbClr val="6A9955"/>
                </a:solidFill>
                <a:effectLst/>
                <a:latin typeface="Consolas" panose="020B0609020204030204" pitchFamily="49" charset="0"/>
              </a:rPr>
              <a:t> */</a:t>
            </a:r>
            <a:endParaRPr lang="da-DK" sz="1050" b="0" dirty="0">
              <a:solidFill>
                <a:srgbClr val="CCCCCC"/>
              </a:solidFill>
              <a:effectLst/>
              <a:latin typeface="Consolas" panose="020B0609020204030204" pitchFamily="49" charset="0"/>
            </a:endParaRP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"Array </a:t>
            </a:r>
            <a:r>
              <a:rPr lang="da-DK" sz="1050" b="0" dirty="0" err="1">
                <a:solidFill>
                  <a:srgbClr val="CE9178"/>
                </a:solidFill>
                <a:effectLst/>
                <a:latin typeface="Consolas" panose="020B0609020204030204" pitchFamily="49" charset="0"/>
              </a:rPr>
              <a:t>values</a:t>
            </a:r>
            <a:r>
              <a:rPr lang="da-DK" sz="1050" b="0" dirty="0">
                <a:solidFill>
                  <a:srgbClr val="CE9178"/>
                </a:solidFill>
                <a:effectLst/>
                <a:latin typeface="Consolas" panose="020B0609020204030204" pitchFamily="49" charset="0"/>
              </a:rPr>
              <a:t> </a:t>
            </a:r>
            <a:r>
              <a:rPr lang="da-DK" sz="1050" b="0" dirty="0" err="1">
                <a:solidFill>
                  <a:srgbClr val="CE9178"/>
                </a:solidFill>
                <a:effectLst/>
                <a:latin typeface="Consolas" panose="020B0609020204030204" pitchFamily="49" charset="0"/>
              </a:rPr>
              <a:t>using</a:t>
            </a:r>
            <a:r>
              <a:rPr lang="da-DK" sz="1050" b="0" dirty="0">
                <a:solidFill>
                  <a:srgbClr val="CE9178"/>
                </a:solidFill>
                <a:effectLst/>
                <a:latin typeface="Consolas" panose="020B0609020204030204" pitchFamily="49" charset="0"/>
              </a:rPr>
              <a:t> pointer</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C586C0"/>
                </a:solidFill>
                <a:effectLst/>
                <a:latin typeface="Consolas" panose="020B0609020204030204" pitchFamily="49" charset="0"/>
              </a:rPr>
              <a:t>for</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0</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&lt;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5</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"*(p + </a:t>
            </a:r>
            <a:r>
              <a:rPr lang="da-DK" sz="1050" b="0" dirty="0">
                <a:solidFill>
                  <a:srgbClr val="9CDCFE"/>
                </a:solidFill>
                <a:effectLst/>
                <a:latin typeface="Consolas" panose="020B0609020204030204" pitchFamily="49" charset="0"/>
              </a:rPr>
              <a:t>%d</a:t>
            </a:r>
            <a:r>
              <a:rPr lang="da-DK" sz="1050" b="0" dirty="0">
                <a:solidFill>
                  <a:srgbClr val="CE9178"/>
                </a:solidFill>
                <a:effectLst/>
                <a:latin typeface="Consolas" panose="020B0609020204030204" pitchFamily="49" charset="0"/>
              </a:rPr>
              <a:t>) : </a:t>
            </a:r>
            <a:r>
              <a:rPr lang="da-DK" sz="1050" b="0" dirty="0">
                <a:solidFill>
                  <a:srgbClr val="9CDCFE"/>
                </a:solidFill>
                <a:effectLst/>
                <a:latin typeface="Consolas" panose="020B0609020204030204" pitchFamily="49" charset="0"/>
              </a:rPr>
              <a:t>%f</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r>
              <a:rPr lang="da-DK" sz="1050" b="0" dirty="0">
                <a:solidFill>
                  <a:srgbClr val="9CDCFE"/>
                </a:solidFill>
                <a:effectLst/>
                <a:latin typeface="Consolas" panose="020B0609020204030204" pitchFamily="49" charset="0"/>
              </a:rPr>
              <a:t>p</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"Value of pointer</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C586C0"/>
                </a:solidFill>
                <a:effectLst/>
                <a:latin typeface="Consolas" panose="020B0609020204030204" pitchFamily="49" charset="0"/>
              </a:rPr>
              <a:t>for</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0</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&lt;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5</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"(p + </a:t>
            </a:r>
            <a:r>
              <a:rPr lang="da-DK" sz="1050" b="0" dirty="0">
                <a:solidFill>
                  <a:srgbClr val="9CDCFE"/>
                </a:solidFill>
                <a:effectLst/>
                <a:latin typeface="Consolas" panose="020B0609020204030204" pitchFamily="49" charset="0"/>
              </a:rPr>
              <a:t>%d</a:t>
            </a:r>
            <a:r>
              <a:rPr lang="da-DK" sz="1050" b="0" dirty="0">
                <a:solidFill>
                  <a:srgbClr val="CE9178"/>
                </a:solidFill>
                <a:effectLst/>
                <a:latin typeface="Consolas" panose="020B0609020204030204" pitchFamily="49" charset="0"/>
              </a:rPr>
              <a:t>) : 0x</a:t>
            </a:r>
            <a:r>
              <a:rPr lang="da-DK" sz="1050" b="0" dirty="0">
                <a:solidFill>
                  <a:srgbClr val="9CDCFE"/>
                </a:solidFill>
                <a:effectLst/>
                <a:latin typeface="Consolas" panose="020B0609020204030204" pitchFamily="49" charset="0"/>
              </a:rPr>
              <a:t>%0X</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p</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"Array </a:t>
            </a:r>
            <a:r>
              <a:rPr lang="da-DK" sz="1050" b="0" dirty="0" err="1">
                <a:solidFill>
                  <a:srgbClr val="CE9178"/>
                </a:solidFill>
                <a:effectLst/>
                <a:latin typeface="Consolas" panose="020B0609020204030204" pitchFamily="49" charset="0"/>
              </a:rPr>
              <a:t>values</a:t>
            </a:r>
            <a:r>
              <a:rPr lang="da-DK" sz="1050" b="0" dirty="0">
                <a:solidFill>
                  <a:srgbClr val="CE9178"/>
                </a:solidFill>
                <a:effectLst/>
                <a:latin typeface="Consolas" panose="020B0609020204030204" pitchFamily="49" charset="0"/>
              </a:rPr>
              <a:t> </a:t>
            </a:r>
            <a:r>
              <a:rPr lang="da-DK" sz="1050" b="0" dirty="0" err="1">
                <a:solidFill>
                  <a:srgbClr val="CE9178"/>
                </a:solidFill>
                <a:effectLst/>
                <a:latin typeface="Consolas" panose="020B0609020204030204" pitchFamily="49" charset="0"/>
              </a:rPr>
              <a:t>using</a:t>
            </a:r>
            <a:r>
              <a:rPr lang="da-DK" sz="1050" b="0" dirty="0">
                <a:solidFill>
                  <a:srgbClr val="CE9178"/>
                </a:solidFill>
                <a:effectLst/>
                <a:latin typeface="Consolas" panose="020B0609020204030204" pitchFamily="49" charset="0"/>
              </a:rPr>
              <a:t> balance as </a:t>
            </a:r>
            <a:r>
              <a:rPr lang="da-DK" sz="1050" b="0" dirty="0" err="1">
                <a:solidFill>
                  <a:srgbClr val="CE9178"/>
                </a:solidFill>
                <a:effectLst/>
                <a:latin typeface="Consolas" panose="020B0609020204030204" pitchFamily="49" charset="0"/>
              </a:rPr>
              <a:t>address</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C586C0"/>
                </a:solidFill>
                <a:effectLst/>
                <a:latin typeface="Consolas" panose="020B0609020204030204" pitchFamily="49" charset="0"/>
              </a:rPr>
              <a:t>for</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0</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&lt;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5</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"*(balance + </a:t>
            </a:r>
            <a:r>
              <a:rPr lang="da-DK" sz="1050" b="0" dirty="0">
                <a:solidFill>
                  <a:srgbClr val="9CDCFE"/>
                </a:solidFill>
                <a:effectLst/>
                <a:latin typeface="Consolas" panose="020B0609020204030204" pitchFamily="49" charset="0"/>
              </a:rPr>
              <a:t>%d</a:t>
            </a:r>
            <a:r>
              <a:rPr lang="da-DK" sz="1050" b="0" dirty="0">
                <a:solidFill>
                  <a:srgbClr val="CE9178"/>
                </a:solidFill>
                <a:effectLst/>
                <a:latin typeface="Consolas" panose="020B0609020204030204" pitchFamily="49" charset="0"/>
              </a:rPr>
              <a:t>) : </a:t>
            </a:r>
            <a:r>
              <a:rPr lang="da-DK" sz="1050" b="0" dirty="0">
                <a:solidFill>
                  <a:srgbClr val="9CDCFE"/>
                </a:solidFill>
                <a:effectLst/>
                <a:latin typeface="Consolas" panose="020B0609020204030204" pitchFamily="49" charset="0"/>
              </a:rPr>
              <a:t>%f</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r>
              <a:rPr lang="da-DK" sz="1050" b="0" dirty="0">
                <a:solidFill>
                  <a:srgbClr val="9CDCFE"/>
                </a:solidFill>
                <a:effectLst/>
                <a:latin typeface="Consolas" panose="020B0609020204030204" pitchFamily="49" charset="0"/>
              </a:rPr>
              <a:t>balance</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"Value of pointer</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a:solidFill>
                  <a:srgbClr val="C586C0"/>
                </a:solidFill>
                <a:effectLst/>
                <a:latin typeface="Consolas" panose="020B0609020204030204" pitchFamily="49" charset="0"/>
              </a:rPr>
              <a:t>for</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0</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&lt;</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5</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        </a:t>
            </a:r>
            <a:r>
              <a:rPr lang="da-DK" sz="1050" b="0" dirty="0" err="1">
                <a:solidFill>
                  <a:srgbClr val="DCDCAA"/>
                </a:solidFill>
                <a:effectLst/>
                <a:latin typeface="Consolas" panose="020B0609020204030204" pitchFamily="49" charset="0"/>
              </a:rPr>
              <a:t>printf</a:t>
            </a:r>
            <a:r>
              <a:rPr lang="da-DK" sz="1050" b="0" dirty="0">
                <a:solidFill>
                  <a:srgbClr val="CCCCCC"/>
                </a:solidFill>
                <a:effectLst/>
                <a:latin typeface="Consolas" panose="020B0609020204030204" pitchFamily="49" charset="0"/>
              </a:rPr>
              <a:t>(</a:t>
            </a:r>
            <a:r>
              <a:rPr lang="da-DK" sz="1050" b="0" dirty="0">
                <a:solidFill>
                  <a:srgbClr val="CE9178"/>
                </a:solidFill>
                <a:effectLst/>
                <a:latin typeface="Consolas" panose="020B0609020204030204" pitchFamily="49" charset="0"/>
              </a:rPr>
              <a:t>"(balance + </a:t>
            </a:r>
            <a:r>
              <a:rPr lang="da-DK" sz="1050" b="0" dirty="0">
                <a:solidFill>
                  <a:srgbClr val="9CDCFE"/>
                </a:solidFill>
                <a:effectLst/>
                <a:latin typeface="Consolas" panose="020B0609020204030204" pitchFamily="49" charset="0"/>
              </a:rPr>
              <a:t>%d</a:t>
            </a:r>
            <a:r>
              <a:rPr lang="da-DK" sz="1050" b="0" dirty="0">
                <a:solidFill>
                  <a:srgbClr val="CE9178"/>
                </a:solidFill>
                <a:effectLst/>
                <a:latin typeface="Consolas" panose="020B0609020204030204" pitchFamily="49" charset="0"/>
              </a:rPr>
              <a:t>) : 0x</a:t>
            </a:r>
            <a:r>
              <a:rPr lang="da-DK" sz="1050" b="0" dirty="0">
                <a:solidFill>
                  <a:srgbClr val="9CDCFE"/>
                </a:solidFill>
                <a:effectLst/>
                <a:latin typeface="Consolas" panose="020B0609020204030204" pitchFamily="49" charset="0"/>
              </a:rPr>
              <a:t>%0X</a:t>
            </a:r>
            <a:r>
              <a:rPr lang="da-DK" sz="1050" b="0" dirty="0">
                <a:solidFill>
                  <a:srgbClr val="D7BA7D"/>
                </a:solidFill>
                <a:effectLst/>
                <a:latin typeface="Consolas" panose="020B0609020204030204" pitchFamily="49" charset="0"/>
              </a:rPr>
              <a:t>\n</a:t>
            </a:r>
            <a:r>
              <a:rPr lang="da-DK" sz="1050" b="0" dirty="0">
                <a:solidFill>
                  <a:srgbClr val="CE9178"/>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balance</a:t>
            </a:r>
            <a:r>
              <a:rPr lang="da-DK" sz="1050" b="0" dirty="0">
                <a:solidFill>
                  <a:srgbClr val="CCCCCC"/>
                </a:solidFill>
                <a:effectLst/>
                <a:latin typeface="Consolas" panose="020B0609020204030204" pitchFamily="49" charset="0"/>
              </a:rPr>
              <a:t> </a:t>
            </a:r>
            <a:r>
              <a:rPr lang="da-DK" sz="1050" b="0" dirty="0">
                <a:solidFill>
                  <a:srgbClr val="D4D4D4"/>
                </a:solidFill>
                <a:effectLst/>
                <a:latin typeface="Consolas" panose="020B0609020204030204" pitchFamily="49" charset="0"/>
              </a:rPr>
              <a:t>+</a:t>
            </a:r>
            <a:r>
              <a:rPr lang="da-DK" sz="1050" b="0" dirty="0">
                <a:solidFill>
                  <a:srgbClr val="CCCCCC"/>
                </a:solidFill>
                <a:effectLst/>
                <a:latin typeface="Consolas" panose="020B0609020204030204" pitchFamily="49" charset="0"/>
              </a:rPr>
              <a:t> </a:t>
            </a:r>
            <a:r>
              <a:rPr lang="da-DK" sz="1050" b="0" dirty="0">
                <a:solidFill>
                  <a:srgbClr val="9CDCFE"/>
                </a:solidFill>
                <a:effectLst/>
                <a:latin typeface="Consolas" panose="020B0609020204030204" pitchFamily="49" charset="0"/>
              </a:rPr>
              <a:t>i</a:t>
            </a:r>
            <a:r>
              <a:rPr lang="da-DK" sz="1050" b="0" dirty="0">
                <a:solidFill>
                  <a:srgbClr val="CCCCCC"/>
                </a:solidFill>
                <a:effectLst/>
                <a:latin typeface="Consolas" panose="020B0609020204030204" pitchFamily="49" charset="0"/>
              </a:rPr>
              <a:t>));</a:t>
            </a:r>
          </a:p>
          <a:p>
            <a:pPr>
              <a:lnSpc>
                <a:spcPts val="1425"/>
              </a:lnSpc>
              <a:buNone/>
            </a:pPr>
            <a:br>
              <a:rPr lang="da-DK" sz="1050" b="0" dirty="0">
                <a:solidFill>
                  <a:srgbClr val="CCCCCC"/>
                </a:solidFill>
                <a:effectLst/>
                <a:latin typeface="Consolas" panose="020B0609020204030204" pitchFamily="49" charset="0"/>
              </a:rPr>
            </a:br>
            <a:r>
              <a:rPr lang="da-DK" sz="1050" b="0" dirty="0">
                <a:solidFill>
                  <a:srgbClr val="CCCCCC"/>
                </a:solidFill>
                <a:effectLst/>
                <a:latin typeface="Consolas" panose="020B0609020204030204" pitchFamily="49" charset="0"/>
              </a:rPr>
              <a:t>    </a:t>
            </a:r>
            <a:r>
              <a:rPr lang="da-DK" sz="1050" b="0" dirty="0">
                <a:solidFill>
                  <a:srgbClr val="C586C0"/>
                </a:solidFill>
                <a:effectLst/>
                <a:latin typeface="Consolas" panose="020B0609020204030204" pitchFamily="49" charset="0"/>
              </a:rPr>
              <a:t>return</a:t>
            </a:r>
            <a:r>
              <a:rPr lang="da-DK" sz="1050" b="0" dirty="0">
                <a:solidFill>
                  <a:srgbClr val="CCCCCC"/>
                </a:solidFill>
                <a:effectLst/>
                <a:latin typeface="Consolas" panose="020B0609020204030204" pitchFamily="49" charset="0"/>
              </a:rPr>
              <a:t> </a:t>
            </a:r>
            <a:r>
              <a:rPr lang="da-DK" sz="1050" b="0" dirty="0">
                <a:solidFill>
                  <a:srgbClr val="B5CEA8"/>
                </a:solidFill>
                <a:effectLst/>
                <a:latin typeface="Consolas" panose="020B0609020204030204" pitchFamily="49" charset="0"/>
              </a:rPr>
              <a:t>0</a:t>
            </a:r>
            <a:r>
              <a:rPr lang="da-DK" sz="1050" b="0" dirty="0">
                <a:solidFill>
                  <a:srgbClr val="CCCCCC"/>
                </a:solidFill>
                <a:effectLst/>
                <a:latin typeface="Consolas" panose="020B0609020204030204" pitchFamily="49" charset="0"/>
              </a:rPr>
              <a:t>;</a:t>
            </a:r>
          </a:p>
          <a:p>
            <a:pPr>
              <a:lnSpc>
                <a:spcPts val="1425"/>
              </a:lnSpc>
              <a:buNone/>
            </a:pPr>
            <a:r>
              <a:rPr lang="da-DK" sz="1050" b="0" dirty="0">
                <a:solidFill>
                  <a:srgbClr val="CCCCCC"/>
                </a:solidFill>
                <a:effectLst/>
                <a:latin typeface="Consolas" panose="020B0609020204030204" pitchFamily="49" charset="0"/>
              </a:rPr>
              <a:t>}</a:t>
            </a:r>
          </a:p>
        </p:txBody>
      </p:sp>
      <p:pic>
        <p:nvPicPr>
          <p:cNvPr id="11" name="Picture 10">
            <a:extLst>
              <a:ext uri="{FF2B5EF4-FFF2-40B4-BE49-F238E27FC236}">
                <a16:creationId xmlns:a16="http://schemas.microsoft.com/office/drawing/2014/main" id="{C836E2F7-AE1A-48BB-3D75-971E66AEC420}"/>
              </a:ext>
            </a:extLst>
          </p:cNvPr>
          <p:cNvPicPr>
            <a:picLocks noChangeAspect="1"/>
          </p:cNvPicPr>
          <p:nvPr/>
        </p:nvPicPr>
        <p:blipFill>
          <a:blip r:embed="rId2"/>
          <a:stretch>
            <a:fillRect/>
          </a:stretch>
        </p:blipFill>
        <p:spPr>
          <a:xfrm>
            <a:off x="7497374" y="820387"/>
            <a:ext cx="3721423" cy="5557102"/>
          </a:xfrm>
          <a:prstGeom prst="rect">
            <a:avLst/>
          </a:prstGeom>
        </p:spPr>
      </p:pic>
    </p:spTree>
    <p:extLst>
      <p:ext uri="{BB962C8B-B14F-4D97-AF65-F5344CB8AC3E}">
        <p14:creationId xmlns:p14="http://schemas.microsoft.com/office/powerpoint/2010/main" val="1193559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3AEAEB-E6F1-4ED4-F47A-71B2BB1FB42F}"/>
              </a:ext>
            </a:extLst>
          </p:cNvPr>
          <p:cNvSpPr>
            <a:spLocks noGrp="1"/>
          </p:cNvSpPr>
          <p:nvPr>
            <p:ph type="title"/>
          </p:nvPr>
        </p:nvSpPr>
        <p:spPr>
          <a:xfrm>
            <a:off x="587374" y="370290"/>
            <a:ext cx="10498781" cy="1474385"/>
          </a:xfrm>
        </p:spPr>
        <p:txBody>
          <a:bodyPr/>
          <a:lstStyle/>
          <a:p>
            <a:r>
              <a:rPr lang="da-DK" dirty="0"/>
              <a:t>array </a:t>
            </a:r>
            <a:r>
              <a:rPr lang="da-DK" dirty="0" err="1"/>
              <a:t>identifier</a:t>
            </a:r>
            <a:r>
              <a:rPr lang="da-DK" dirty="0"/>
              <a:t> er hukommelses </a:t>
            </a:r>
            <a:r>
              <a:rPr lang="da-DK" dirty="0" err="1"/>
              <a:t>addressen</a:t>
            </a:r>
            <a:r>
              <a:rPr lang="da-DK" dirty="0"/>
              <a:t> til element 0</a:t>
            </a:r>
            <a:endParaRPr lang="en-DK" dirty="0"/>
          </a:p>
        </p:txBody>
      </p:sp>
      <p:sp>
        <p:nvSpPr>
          <p:cNvPr id="4" name="Text Placeholder 3">
            <a:extLst>
              <a:ext uri="{FF2B5EF4-FFF2-40B4-BE49-F238E27FC236}">
                <a16:creationId xmlns:a16="http://schemas.microsoft.com/office/drawing/2014/main" id="{21F34757-2407-38ED-4AD7-C83FFB277224}"/>
              </a:ext>
            </a:extLst>
          </p:cNvPr>
          <p:cNvSpPr>
            <a:spLocks noGrp="1"/>
          </p:cNvSpPr>
          <p:nvPr>
            <p:ph type="body" sz="quarter" idx="12"/>
          </p:nvPr>
        </p:nvSpPr>
        <p:spPr>
          <a:xfrm>
            <a:off x="587375" y="2065337"/>
            <a:ext cx="4498503" cy="3704284"/>
          </a:xfrm>
        </p:spPr>
        <p:txBody>
          <a:bodyPr/>
          <a:lstStyle/>
          <a:p>
            <a:r>
              <a:rPr lang="da-DK" dirty="0"/>
              <a:t>Programmøren holder styr på array størrelsen. </a:t>
            </a:r>
          </a:p>
          <a:p>
            <a:r>
              <a:rPr lang="da-DK" dirty="0"/>
              <a:t>C har ikke denne information.</a:t>
            </a:r>
          </a:p>
        </p:txBody>
      </p:sp>
      <p:sp>
        <p:nvSpPr>
          <p:cNvPr id="6" name="TextBox 5">
            <a:extLst>
              <a:ext uri="{FF2B5EF4-FFF2-40B4-BE49-F238E27FC236}">
                <a16:creationId xmlns:a16="http://schemas.microsoft.com/office/drawing/2014/main" id="{6DEA8C4F-55FD-5115-9798-3E2006D278A8}"/>
              </a:ext>
            </a:extLst>
          </p:cNvPr>
          <p:cNvSpPr txBox="1"/>
          <p:nvPr/>
        </p:nvSpPr>
        <p:spPr>
          <a:xfrm>
            <a:off x="5509885" y="2353301"/>
            <a:ext cx="6094740" cy="2585323"/>
          </a:xfrm>
          <a:prstGeom prst="rect">
            <a:avLst/>
          </a:prstGeom>
          <a:solidFill>
            <a:schemeClr val="bg1">
              <a:lumMod val="95000"/>
            </a:schemeClr>
          </a:solidFill>
        </p:spPr>
        <p:txBody>
          <a:bodyPr wrap="square">
            <a:spAutoFit/>
          </a:bodyPr>
          <a:lstStyle/>
          <a:p>
            <a:pPr marL="342900" indent="-342900">
              <a:buFont typeface="+mj-lt"/>
              <a:buAutoNum type="arabicPeriod"/>
            </a:pPr>
            <a:r>
              <a:rPr lang="en-US" b="0" dirty="0">
                <a:solidFill>
                  <a:srgbClr val="808080"/>
                </a:solidFill>
                <a:effectLst/>
                <a:latin typeface="Consolas" panose="020B0609020204030204" pitchFamily="49" charset="0"/>
              </a:rPr>
              <a:t>#include</a:t>
            </a:r>
            <a:r>
              <a:rPr lang="en-US" b="0" dirty="0">
                <a:solidFill>
                  <a:srgbClr val="000000"/>
                </a:solidFill>
                <a:effectLst/>
                <a:latin typeface="Consolas" panose="020B0609020204030204" pitchFamily="49" charset="0"/>
              </a:rPr>
              <a:t> </a:t>
            </a:r>
            <a:r>
              <a:rPr lang="en-US" b="0" dirty="0">
                <a:solidFill>
                  <a:srgbClr val="E21F1F"/>
                </a:solidFill>
                <a:effectLst/>
                <a:latin typeface="Consolas" panose="020B0609020204030204" pitchFamily="49" charset="0"/>
              </a:rPr>
              <a:t>&lt;</a:t>
            </a:r>
            <a:r>
              <a:rPr lang="en-US" b="0" dirty="0" err="1">
                <a:solidFill>
                  <a:srgbClr val="A31515"/>
                </a:solidFill>
                <a:effectLst/>
                <a:latin typeface="Consolas" panose="020B0609020204030204" pitchFamily="49" charset="0"/>
              </a:rPr>
              <a:t>stdio.h</a:t>
            </a:r>
            <a:r>
              <a:rPr lang="en-US" b="0" dirty="0">
                <a:solidFill>
                  <a:srgbClr val="E21F1F"/>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pPr marL="342900" indent="-342900">
              <a:buFont typeface="+mj-lt"/>
              <a:buAutoNum type="arabicPeriod"/>
            </a:pP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74531F"/>
                </a:solidFill>
                <a:effectLst/>
                <a:latin typeface="Consolas" panose="020B0609020204030204" pitchFamily="49" charset="0"/>
              </a:rPr>
              <a:t>main</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array</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51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61</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31</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p</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array</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for</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int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i</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i</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4</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1F377F"/>
                </a:solidFill>
                <a:effectLst/>
                <a:latin typeface="Consolas" panose="020B0609020204030204" pitchFamily="49" charset="0"/>
              </a:rPr>
              <a:t>%i</a:t>
            </a:r>
            <a:r>
              <a:rPr lang="en-US" b="0" dirty="0">
                <a:solidFill>
                  <a:srgbClr val="A31515"/>
                </a:solidFill>
                <a:effectLst/>
                <a:latin typeface="Consolas" panose="020B0609020204030204" pitchFamily="49" charset="0"/>
              </a:rPr>
              <a:t> ,</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1F377F"/>
                </a:solidFill>
                <a:effectLst/>
                <a:latin typeface="Consolas" panose="020B0609020204030204" pitchFamily="49" charset="0"/>
              </a:rPr>
              <a:t>p</a:t>
            </a:r>
            <a:r>
              <a:rPr lang="en-US" b="0" dirty="0">
                <a:solidFill>
                  <a:srgbClr val="000000"/>
                </a:solidFill>
                <a:effectLst/>
                <a:latin typeface="Consolas" panose="020B0609020204030204" pitchFamily="49" charset="0"/>
              </a:rPr>
              <a:t>[</a:t>
            </a:r>
            <a:r>
              <a:rPr lang="en-US" b="0" dirty="0">
                <a:solidFill>
                  <a:srgbClr val="1F377F"/>
                </a:solidFill>
                <a:effectLst/>
                <a:latin typeface="Consolas" panose="020B0609020204030204" pitchFamily="49" charset="0"/>
              </a:rPr>
              <a:t>i</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err="1">
                <a:solidFill>
                  <a:srgbClr val="74531F"/>
                </a:solidFill>
                <a:effectLst/>
                <a:latin typeface="Consolas" panose="020B0609020204030204" pitchFamily="49" charset="0"/>
              </a:rPr>
              <a:t>printf</a:t>
            </a:r>
            <a:r>
              <a:rPr lang="en-US" b="0" dirty="0">
                <a:solidFill>
                  <a:srgbClr val="000000"/>
                </a:solidFill>
                <a:effectLst/>
                <a:latin typeface="Consolas" panose="020B0609020204030204" pitchFamily="49" charset="0"/>
              </a:rPr>
              <a:t>(</a:t>
            </a:r>
            <a:r>
              <a:rPr lang="en-US" b="0" dirty="0">
                <a:solidFill>
                  <a:srgbClr val="E21F1F"/>
                </a:solidFill>
                <a:effectLst/>
                <a:latin typeface="Consolas" panose="020B0609020204030204" pitchFamily="49" charset="0"/>
              </a:rPr>
              <a:t>"</a:t>
            </a:r>
            <a:r>
              <a:rPr lang="en-US" b="0" dirty="0">
                <a:solidFill>
                  <a:srgbClr val="B776FB"/>
                </a:solidFill>
                <a:effectLst/>
                <a:latin typeface="Consolas" panose="020B0609020204030204" pitchFamily="49" charset="0"/>
              </a:rPr>
              <a:t>\n</a:t>
            </a:r>
            <a:r>
              <a:rPr lang="en-US" b="0" dirty="0">
                <a:solidFill>
                  <a:srgbClr val="E21F1F"/>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    </a:t>
            </a:r>
            <a:r>
              <a:rPr lang="en-US" b="0" dirty="0">
                <a:solidFill>
                  <a:srgbClr val="8F08C4"/>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pPr marL="342900" indent="-342900">
              <a:buFont typeface="+mj-lt"/>
              <a:buAutoNum type="arabicPeriod"/>
            </a:pPr>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0233180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da-DK" dirty="0"/>
              <a:t>Opgaver</a:t>
            </a:r>
            <a:endParaRPr lang="en-DK"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
        <p:nvSpPr>
          <p:cNvPr id="7" name="Text Placeholder 6">
            <a:extLst>
              <a:ext uri="{FF2B5EF4-FFF2-40B4-BE49-F238E27FC236}">
                <a16:creationId xmlns:a16="http://schemas.microsoft.com/office/drawing/2014/main" id="{CE9C7DD6-DA68-1612-D9D4-E856D933BCCE}"/>
              </a:ext>
            </a:extLst>
          </p:cNvPr>
          <p:cNvSpPr>
            <a:spLocks noGrp="1"/>
          </p:cNvSpPr>
          <p:nvPr>
            <p:ph type="body" sz="quarter" idx="12"/>
          </p:nvPr>
        </p:nvSpPr>
        <p:spPr/>
        <p:txBody>
          <a:bodyPr/>
          <a:lstStyle/>
          <a:p>
            <a:endParaRPr lang="en-DK"/>
          </a:p>
        </p:txBody>
      </p:sp>
    </p:spTree>
    <p:extLst>
      <p:ext uri="{BB962C8B-B14F-4D97-AF65-F5344CB8AC3E}">
        <p14:creationId xmlns:p14="http://schemas.microsoft.com/office/powerpoint/2010/main" val="34593748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81005-3FB5-5CC5-EC6F-8143720839D8}"/>
              </a:ext>
            </a:extLst>
          </p:cNvPr>
          <p:cNvSpPr>
            <a:spLocks noGrp="1"/>
          </p:cNvSpPr>
          <p:nvPr>
            <p:ph type="title"/>
          </p:nvPr>
        </p:nvSpPr>
        <p:spPr>
          <a:xfrm>
            <a:off x="587374" y="367628"/>
            <a:ext cx="7271932" cy="1621619"/>
          </a:xfrm>
        </p:spPr>
        <p:txBody>
          <a:bodyPr/>
          <a:lstStyle/>
          <a:p>
            <a:r>
              <a:rPr lang="da-DK" dirty="0"/>
              <a:t>Opgave: descriptive1</a:t>
            </a:r>
            <a:br>
              <a:rPr lang="da-DK" dirty="0"/>
            </a:br>
            <a:r>
              <a:rPr lang="da-DK" dirty="0"/>
              <a:t>Sum</a:t>
            </a:r>
            <a:endParaRPr lang="en-DK" dirty="0"/>
          </a:p>
        </p:txBody>
      </p:sp>
      <mc:AlternateContent xmlns:mc="http://schemas.openxmlformats.org/markup-compatibility/2006" xmlns:a14="http://schemas.microsoft.com/office/drawing/2010/main">
        <mc:Choice Requires="a14">
          <p:sp useBgFill="1">
            <p:nvSpPr>
              <p:cNvPr id="4" name="Text Placeholder 3">
                <a:extLst>
                  <a:ext uri="{FF2B5EF4-FFF2-40B4-BE49-F238E27FC236}">
                    <a16:creationId xmlns:a16="http://schemas.microsoft.com/office/drawing/2014/main" id="{31735FCE-4809-1785-251A-5BBCE2534A2F}"/>
                  </a:ext>
                </a:extLst>
              </p:cNvPr>
              <p:cNvSpPr>
                <a:spLocks noGrp="1"/>
              </p:cNvSpPr>
              <p:nvPr>
                <p:ph type="body" sz="quarter" idx="13"/>
              </p:nvPr>
            </p:nvSpPr>
            <p:spPr>
              <a:xfrm>
                <a:off x="587375" y="1805749"/>
                <a:ext cx="10752512" cy="4333794"/>
              </a:xfrm>
            </p:spPr>
            <p:txBody>
              <a:bodyPr>
                <a:normAutofit/>
              </a:bodyPr>
              <a:lstStyle/>
              <a:p>
                <a:pPr marL="0" indent="0">
                  <a:buNone/>
                </a:pPr>
                <a:r>
                  <a:rPr lang="da-DK" sz="1400" dirty="0">
                    <a:latin typeface="Consolas" panose="020B0609020204030204" pitchFamily="49" charset="0"/>
                  </a:rPr>
                  <a:t>Lav en program, som kan printe summen af følgende tal ud: </a:t>
                </a:r>
                <a:r>
                  <a:rPr lang="en-US" sz="1400" dirty="0">
                    <a:latin typeface="Consolas" panose="020B0609020204030204" pitchFamily="49" charset="0"/>
                  </a:rPr>
                  <a:t>{151,123,7,1,-31,0,17,9921,9,15,-1003,-3,17}</a:t>
                </a:r>
                <a:endParaRPr lang="da-DK" sz="1400" dirty="0">
                  <a:latin typeface="Consolas" panose="020B0609020204030204" pitchFamily="49" charset="0"/>
                </a:endParaRPr>
              </a:p>
              <a:p>
                <a:pPr marL="0" indent="0">
                  <a:buNone/>
                </a:pPr>
                <a:endParaRPr lang="da-DK" sz="1400" dirty="0">
                  <a:latin typeface="Consolas" panose="020B0609020204030204" pitchFamily="49" charset="0"/>
                </a:endParaRPr>
              </a:p>
              <a:p>
                <a:pPr marL="0" indent="0">
                  <a:buNone/>
                </a:pPr>
                <a14:m>
                  <m:oMathPara xmlns:m="http://schemas.openxmlformats.org/officeDocument/2006/math">
                    <m:oMathParaPr>
                      <m:jc m:val="centerGroup"/>
                    </m:oMathParaPr>
                    <m:oMath xmlns:m="http://schemas.openxmlformats.org/officeDocument/2006/math">
                      <m:r>
                        <a:rPr lang="da-DK" sz="1400" i="1" dirty="0" smtClean="0">
                          <a:latin typeface="Cambria Math" panose="02040503050406030204" pitchFamily="18" charset="0"/>
                        </a:rPr>
                        <m:t>𝑠</m:t>
                      </m:r>
                      <m:r>
                        <a:rPr lang="da-DK" sz="1400" b="0" i="1" dirty="0" smtClean="0">
                          <a:latin typeface="Cambria Math" panose="02040503050406030204" pitchFamily="18" charset="0"/>
                        </a:rPr>
                        <m:t>𝑢𝑚</m:t>
                      </m:r>
                      <m:r>
                        <a:rPr lang="da-DK" sz="1400" i="1" dirty="0" smtClean="0">
                          <a:latin typeface="Cambria Math" panose="02040503050406030204" pitchFamily="18" charset="0"/>
                        </a:rPr>
                        <m:t>=</m:t>
                      </m:r>
                      <m:sSubSup>
                        <m:sSubSupPr>
                          <m:ctrlPr>
                            <a:rPr lang="da-DK" sz="1400" i="1" dirty="0">
                              <a:latin typeface="Cambria Math" panose="02040503050406030204" pitchFamily="18" charset="0"/>
                            </a:rPr>
                          </m:ctrlPr>
                        </m:sSubSupPr>
                        <m:e>
                          <m:r>
                            <a:rPr lang="da-DK" sz="1400" i="1" dirty="0">
                              <a:latin typeface="Cambria Math" panose="02040503050406030204" pitchFamily="18" charset="0"/>
                            </a:rPr>
                            <m:t>∑</m:t>
                          </m:r>
                        </m:e>
                        <m:sub>
                          <m:r>
                            <a:rPr lang="da-DK" sz="1400" i="1" dirty="0" err="1">
                              <a:latin typeface="Cambria Math" panose="02040503050406030204" pitchFamily="18" charset="0"/>
                            </a:rPr>
                            <m:t>𝑛</m:t>
                          </m:r>
                          <m:r>
                            <a:rPr lang="da-DK" sz="1400" i="1" dirty="0">
                              <a:latin typeface="Cambria Math" panose="02040503050406030204" pitchFamily="18" charset="0"/>
                            </a:rPr>
                            <m:t>=</m:t>
                          </m:r>
                          <m:r>
                            <a:rPr lang="da-DK" sz="1400" b="0" i="1" dirty="0" smtClean="0">
                              <a:latin typeface="Cambria Math" panose="02040503050406030204" pitchFamily="18" charset="0"/>
                            </a:rPr>
                            <m:t>0</m:t>
                          </m:r>
                        </m:sub>
                        <m:sup>
                          <m:r>
                            <a:rPr lang="da-DK" sz="1400" i="1" dirty="0">
                              <a:latin typeface="Cambria Math" panose="02040503050406030204" pitchFamily="18" charset="0"/>
                            </a:rPr>
                            <m:t>𝑁</m:t>
                          </m:r>
                          <m:r>
                            <a:rPr lang="da-DK" sz="1400" b="0" i="1" dirty="0" smtClean="0">
                              <a:latin typeface="Cambria Math" panose="02040503050406030204" pitchFamily="18" charset="0"/>
                            </a:rPr>
                            <m:t>−1</m:t>
                          </m:r>
                        </m:sup>
                      </m:sSubSup>
                      <m:r>
                        <a:rPr lang="da-DK" sz="1400" i="1" dirty="0">
                          <a:latin typeface="Cambria Math" panose="02040503050406030204" pitchFamily="18" charset="0"/>
                        </a:rPr>
                        <m:t> </m:t>
                      </m:r>
                      <m:r>
                        <a:rPr lang="da-DK" sz="1400" i="1" dirty="0">
                          <a:latin typeface="Cambria Math" panose="02040503050406030204" pitchFamily="18" charset="0"/>
                        </a:rPr>
                        <m:t>𝑥</m:t>
                      </m:r>
                      <m:d>
                        <m:dPr>
                          <m:ctrlPr>
                            <a:rPr lang="da-DK" sz="1400" i="1" dirty="0">
                              <a:latin typeface="Cambria Math" panose="02040503050406030204" pitchFamily="18" charset="0"/>
                            </a:rPr>
                          </m:ctrlPr>
                        </m:dPr>
                        <m:e>
                          <m:r>
                            <a:rPr lang="da-DK" sz="1400" i="1" dirty="0">
                              <a:latin typeface="Cambria Math" panose="02040503050406030204" pitchFamily="18" charset="0"/>
                            </a:rPr>
                            <m:t>𝑛</m:t>
                          </m:r>
                        </m:e>
                      </m:d>
                      <m:r>
                        <a:rPr lang="da-DK" sz="1400" b="0" i="1" dirty="0" smtClean="0">
                          <a:latin typeface="Cambria Math" panose="02040503050406030204" pitchFamily="18" charset="0"/>
                        </a:rPr>
                        <m:t>=</m:t>
                      </m:r>
                      <m:r>
                        <a:rPr lang="da-DK" sz="1400" b="0" i="1" dirty="0" smtClean="0">
                          <a:latin typeface="Cambria Math" panose="02040503050406030204" pitchFamily="18" charset="0"/>
                        </a:rPr>
                        <m:t>𝑥</m:t>
                      </m:r>
                      <m:d>
                        <m:dPr>
                          <m:ctrlPr>
                            <a:rPr lang="da-DK" sz="1400" b="0" i="1" dirty="0" smtClean="0">
                              <a:latin typeface="Cambria Math" panose="02040503050406030204" pitchFamily="18" charset="0"/>
                            </a:rPr>
                          </m:ctrlPr>
                        </m:dPr>
                        <m:e>
                          <m:r>
                            <a:rPr lang="da-DK" sz="1400" b="0" i="1" dirty="0" smtClean="0">
                              <a:latin typeface="Cambria Math" panose="02040503050406030204" pitchFamily="18" charset="0"/>
                            </a:rPr>
                            <m:t>0</m:t>
                          </m:r>
                        </m:e>
                      </m:d>
                      <m:r>
                        <a:rPr lang="da-DK" sz="1400" b="0" i="1" dirty="0" smtClean="0">
                          <a:latin typeface="Cambria Math" panose="02040503050406030204" pitchFamily="18" charset="0"/>
                        </a:rPr>
                        <m:t>+</m:t>
                      </m:r>
                      <m:r>
                        <a:rPr lang="da-DK" sz="1400" b="0" i="1" dirty="0" smtClean="0">
                          <a:latin typeface="Cambria Math" panose="02040503050406030204" pitchFamily="18" charset="0"/>
                        </a:rPr>
                        <m:t>𝑥</m:t>
                      </m:r>
                      <m:d>
                        <m:dPr>
                          <m:ctrlPr>
                            <a:rPr lang="da-DK" sz="1400" b="0" i="1" dirty="0" smtClean="0">
                              <a:latin typeface="Cambria Math" panose="02040503050406030204" pitchFamily="18" charset="0"/>
                            </a:rPr>
                          </m:ctrlPr>
                        </m:dPr>
                        <m:e>
                          <m:r>
                            <a:rPr lang="da-DK" sz="1400" b="0" i="1" dirty="0" smtClean="0">
                              <a:latin typeface="Cambria Math" panose="02040503050406030204" pitchFamily="18" charset="0"/>
                            </a:rPr>
                            <m:t>1</m:t>
                          </m:r>
                        </m:e>
                      </m:d>
                      <m:r>
                        <a:rPr lang="da-DK" sz="1400" b="0" i="1" dirty="0" smtClean="0">
                          <a:latin typeface="Cambria Math" panose="02040503050406030204" pitchFamily="18" charset="0"/>
                        </a:rPr>
                        <m:t>+…</m:t>
                      </m:r>
                      <m:r>
                        <a:rPr lang="da-DK" sz="1400" i="1" dirty="0">
                          <a:latin typeface="Cambria Math" panose="02040503050406030204" pitchFamily="18" charset="0"/>
                        </a:rPr>
                        <m:t>+</m:t>
                      </m:r>
                      <m:r>
                        <a:rPr lang="da-DK" sz="1400" b="0" i="1" dirty="0" smtClean="0">
                          <a:latin typeface="Cambria Math" panose="02040503050406030204" pitchFamily="18" charset="0"/>
                        </a:rPr>
                        <m:t> </m:t>
                      </m:r>
                      <m:r>
                        <a:rPr lang="da-DK" sz="1400" i="1" dirty="0">
                          <a:latin typeface="Cambria Math" panose="02040503050406030204" pitchFamily="18" charset="0"/>
                        </a:rPr>
                        <m:t>𝑥</m:t>
                      </m:r>
                      <m:d>
                        <m:dPr>
                          <m:ctrlPr>
                            <a:rPr lang="da-DK" sz="1400" i="1" dirty="0">
                              <a:latin typeface="Cambria Math" panose="02040503050406030204" pitchFamily="18" charset="0"/>
                            </a:rPr>
                          </m:ctrlPr>
                        </m:dPr>
                        <m:e>
                          <m:r>
                            <a:rPr lang="da-DK" sz="1400" b="0" i="1" dirty="0" smtClean="0">
                              <a:latin typeface="Cambria Math" panose="02040503050406030204" pitchFamily="18" charset="0"/>
                            </a:rPr>
                            <m:t>𝑁</m:t>
                          </m:r>
                          <m:r>
                            <a:rPr lang="da-DK" sz="1400" b="0" i="1" dirty="0" smtClean="0">
                              <a:latin typeface="Cambria Math" panose="02040503050406030204" pitchFamily="18" charset="0"/>
                            </a:rPr>
                            <m:t>−1</m:t>
                          </m:r>
                        </m:e>
                      </m:d>
                    </m:oMath>
                  </m:oMathPara>
                </a14:m>
                <a:endParaRPr lang="da-DK" sz="1400" dirty="0">
                  <a:latin typeface="Consolas" panose="020B0609020204030204" pitchFamily="49" charset="0"/>
                </a:endParaRPr>
              </a:p>
              <a:p>
                <a:pPr marL="0" indent="0">
                  <a:buNone/>
                </a:pPr>
                <a:r>
                  <a:rPr lang="da-DK" sz="1400" b="1" dirty="0">
                    <a:latin typeface="Consolas" panose="020B0609020204030204" pitchFamily="49" charset="0"/>
                  </a:rPr>
                  <a:t>Fremgangsmåde:</a:t>
                </a:r>
              </a:p>
              <a:p>
                <a:pPr marL="342900" indent="-342900">
                  <a:buFont typeface="+mj-lt"/>
                  <a:buAutoNum type="arabicPeriod"/>
                </a:pPr>
                <a:r>
                  <a:rPr lang="da-DK" sz="1400" dirty="0">
                    <a:latin typeface="Consolas" panose="020B0609020204030204" pitchFamily="49" charset="0"/>
                  </a:rPr>
                  <a:t>Definer et array </a:t>
                </a:r>
                <a:r>
                  <a:rPr lang="da-DK" sz="1400" dirty="0" err="1">
                    <a:latin typeface="Consolas" panose="020B0609020204030204" pitchFamily="49" charset="0"/>
                  </a:rPr>
                  <a:t>arr</a:t>
                </a:r>
                <a:r>
                  <a:rPr lang="da-DK" sz="1400" dirty="0">
                    <a:latin typeface="Consolas" panose="020B0609020204030204" pitchFamily="49" charset="0"/>
                  </a:rPr>
                  <a:t> som indeholder alle </a:t>
                </a:r>
                <a:r>
                  <a:rPr lang="da-DK" sz="1400" dirty="0" err="1">
                    <a:latin typeface="Consolas" panose="020B0609020204030204" pitchFamily="49" charset="0"/>
                  </a:rPr>
                  <a:t>talene</a:t>
                </a:r>
                <a:r>
                  <a:rPr lang="da-DK" sz="1400" dirty="0">
                    <a:latin typeface="Consolas" panose="020B0609020204030204" pitchFamily="49" charset="0"/>
                  </a:rPr>
                  <a:t> ovenover.</a:t>
                </a:r>
              </a:p>
              <a:p>
                <a:pPr marL="342900" indent="-342900">
                  <a:buFont typeface="+mj-lt"/>
                  <a:buAutoNum type="arabicPeriod"/>
                </a:pPr>
                <a:r>
                  <a:rPr lang="da-DK" sz="1400" dirty="0">
                    <a:latin typeface="Consolas" panose="020B0609020204030204" pitchFamily="49" charset="0"/>
                  </a:rPr>
                  <a:t>Definer en variabel sum, og sæt den til 0.</a:t>
                </a:r>
              </a:p>
              <a:p>
                <a:pPr marL="342900" indent="-342900">
                  <a:buFont typeface="+mj-lt"/>
                  <a:buAutoNum type="arabicPeriod"/>
                </a:pPr>
                <a:r>
                  <a:rPr lang="da-DK" sz="1400" dirty="0" err="1">
                    <a:latin typeface="Consolas" panose="020B0609020204030204" pitchFamily="49" charset="0"/>
                  </a:rPr>
                  <a:t>vha</a:t>
                </a:r>
                <a:r>
                  <a:rPr lang="da-DK" sz="1400" dirty="0">
                    <a:latin typeface="Consolas" panose="020B0609020204030204" pitchFamily="49" charset="0"/>
                  </a:rPr>
                  <a:t> et loop summer alle tallene i </a:t>
                </a:r>
                <a:r>
                  <a:rPr lang="da-DK" sz="1400" dirty="0" err="1">
                    <a:latin typeface="Consolas" panose="020B0609020204030204" pitchFamily="49" charset="0"/>
                  </a:rPr>
                  <a:t>arr</a:t>
                </a:r>
                <a:r>
                  <a:rPr lang="da-DK" sz="1400" dirty="0">
                    <a:latin typeface="Consolas" panose="020B0609020204030204" pitchFamily="49" charset="0"/>
                  </a:rPr>
                  <a:t> i via variablen sum.</a:t>
                </a:r>
                <a:endParaRPr lang="da-DK" sz="1000" dirty="0">
                  <a:latin typeface="Consolas" panose="020B0609020204030204" pitchFamily="49" charset="0"/>
                </a:endParaRPr>
              </a:p>
              <a:p>
                <a:pPr marL="342900" indent="-342900">
                  <a:buFont typeface="+mj-lt"/>
                  <a:buAutoNum type="arabicPeriod"/>
                </a:pPr>
                <a:r>
                  <a:rPr lang="da-DK" sz="1400" dirty="0">
                    <a:latin typeface="Consolas" panose="020B0609020204030204" pitchFamily="49" charset="0"/>
                  </a:rPr>
                  <a:t>Print </a:t>
                </a:r>
                <a:r>
                  <a:rPr lang="da-DK" sz="1400" dirty="0" err="1">
                    <a:latin typeface="Consolas" panose="020B0609020204030204" pitchFamily="49" charset="0"/>
                  </a:rPr>
                  <a:t>summ</a:t>
                </a:r>
                <a:r>
                  <a:rPr lang="da-DK" sz="1400" dirty="0">
                    <a:latin typeface="Consolas" panose="020B0609020204030204" pitchFamily="49" charset="0"/>
                  </a:rPr>
                  <a:t> ud.</a:t>
                </a:r>
              </a:p>
              <a:p>
                <a:pPr marL="342900" indent="-342900">
                  <a:buFont typeface="+mj-lt"/>
                  <a:buAutoNum type="arabicPeriod"/>
                </a:pPr>
                <a:r>
                  <a:rPr lang="da-DK" sz="1400" dirty="0" err="1">
                    <a:latin typeface="Consolas" panose="020B0609020204030204" pitchFamily="49" charset="0"/>
                  </a:rPr>
                  <a:t>Compile</a:t>
                </a:r>
                <a:r>
                  <a:rPr lang="da-DK" sz="1400" dirty="0">
                    <a:latin typeface="Consolas" panose="020B0609020204030204" pitchFamily="49" charset="0"/>
                  </a:rPr>
                  <a:t> og kør programmet</a:t>
                </a:r>
              </a:p>
            </p:txBody>
          </p:sp>
        </mc:Choice>
        <mc:Fallback xmlns="">
          <p:sp useBgFill="1">
            <p:nvSpPr>
              <p:cNvPr id="4" name="Text Placeholder 3">
                <a:extLst>
                  <a:ext uri="{FF2B5EF4-FFF2-40B4-BE49-F238E27FC236}">
                    <a16:creationId xmlns:a16="http://schemas.microsoft.com/office/drawing/2014/main" id="{31735FCE-4809-1785-251A-5BBCE2534A2F}"/>
                  </a:ext>
                </a:extLst>
              </p:cNvPr>
              <p:cNvSpPr>
                <a:spLocks noGrp="1" noRot="1" noChangeAspect="1" noMove="1" noResize="1" noEditPoints="1" noAdjustHandles="1" noChangeArrowheads="1" noChangeShapeType="1" noTextEdit="1"/>
              </p:cNvSpPr>
              <p:nvPr>
                <p:ph type="body" sz="quarter" idx="13"/>
              </p:nvPr>
            </p:nvSpPr>
            <p:spPr>
              <a:xfrm>
                <a:off x="587375" y="1805749"/>
                <a:ext cx="10752512" cy="4333794"/>
              </a:xfrm>
              <a:blipFill>
                <a:blip r:embed="rId2"/>
                <a:stretch>
                  <a:fillRect l="-1020"/>
                </a:stretch>
              </a:blipFill>
            </p:spPr>
            <p:txBody>
              <a:bodyPr/>
              <a:lstStyle/>
              <a:p>
                <a:r>
                  <a:rPr lang="da-DK">
                    <a:noFill/>
                  </a:rPr>
                  <a:t> </a:t>
                </a:r>
              </a:p>
            </p:txBody>
          </p:sp>
        </mc:Fallback>
      </mc:AlternateContent>
    </p:spTree>
    <p:extLst>
      <p:ext uri="{BB962C8B-B14F-4D97-AF65-F5344CB8AC3E}">
        <p14:creationId xmlns:p14="http://schemas.microsoft.com/office/powerpoint/2010/main" val="8217877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81005-3FB5-5CC5-EC6F-8143720839D8}"/>
              </a:ext>
            </a:extLst>
          </p:cNvPr>
          <p:cNvSpPr>
            <a:spLocks noGrp="1"/>
          </p:cNvSpPr>
          <p:nvPr>
            <p:ph type="title"/>
          </p:nvPr>
        </p:nvSpPr>
        <p:spPr>
          <a:xfrm>
            <a:off x="587374" y="367628"/>
            <a:ext cx="7271932" cy="1621619"/>
          </a:xfrm>
        </p:spPr>
        <p:txBody>
          <a:bodyPr/>
          <a:lstStyle/>
          <a:p>
            <a:r>
              <a:rPr lang="da-DK" dirty="0"/>
              <a:t>Opgave: descriptive2</a:t>
            </a:r>
            <a:br>
              <a:rPr lang="da-DK" dirty="0"/>
            </a:br>
            <a:r>
              <a:rPr lang="da-DK" dirty="0"/>
              <a:t>Gennemsnit</a:t>
            </a:r>
            <a:endParaRPr lang="en-DK" dirty="0"/>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31735FCE-4809-1785-251A-5BBCE2534A2F}"/>
                  </a:ext>
                </a:extLst>
              </p:cNvPr>
              <p:cNvSpPr>
                <a:spLocks noGrp="1"/>
              </p:cNvSpPr>
              <p:nvPr>
                <p:ph type="body" sz="quarter" idx="13"/>
              </p:nvPr>
            </p:nvSpPr>
            <p:spPr>
              <a:xfrm>
                <a:off x="587375" y="2262579"/>
                <a:ext cx="11019168" cy="4292130"/>
              </a:xfrm>
            </p:spPr>
            <p:txBody>
              <a:bodyPr>
                <a:noAutofit/>
              </a:bodyPr>
              <a:lstStyle/>
              <a:p>
                <a:pPr marL="0" indent="0">
                  <a:buNone/>
                </a:pPr>
                <a:r>
                  <a:rPr lang="da-DK" sz="1400" dirty="0">
                    <a:latin typeface="Consolas" panose="020B0609020204030204" pitchFamily="49" charset="0"/>
                  </a:rPr>
                  <a:t>Lav en program, som kan regne middelværdien af følgende tal: </a:t>
                </a:r>
                <a:r>
                  <a:rPr lang="en-US" sz="1400" dirty="0">
                    <a:latin typeface="Consolas" panose="020B0609020204030204" pitchFamily="49" charset="0"/>
                  </a:rPr>
                  <a:t>{151,123,7,1,-31,0,17,9921,9,15,-1003,-3,17}</a:t>
                </a:r>
                <a:endParaRPr lang="da-DK" sz="1400" dirty="0">
                  <a:latin typeface="Consolas" panose="020B0609020204030204" pitchFamily="49" charset="0"/>
                </a:endParaRPr>
              </a:p>
              <a:p>
                <a:pPr>
                  <a:buFont typeface="Arial" panose="020B0604020202020204" pitchFamily="34" charset="0"/>
                  <a:buChar char="•"/>
                </a:pPr>
                <a:r>
                  <a:rPr lang="da-DK" sz="1400" dirty="0">
                    <a:latin typeface="Consolas" panose="020B0609020204030204" pitchFamily="49" charset="0"/>
                  </a:rPr>
                  <a:t>Gennemsnit: </a:t>
                </a:r>
                <a:endParaRPr lang="da-DK" sz="14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acc>
                        <m:accPr>
                          <m:chr m:val="̅"/>
                          <m:ctrlPr>
                            <a:rPr lang="da-DK" sz="1400" i="1" dirty="0">
                              <a:latin typeface="Cambria Math" panose="02040503050406030204" pitchFamily="18" charset="0"/>
                            </a:rPr>
                          </m:ctrlPr>
                        </m:accPr>
                        <m:e>
                          <m:r>
                            <a:rPr lang="da-DK" sz="1400" i="1" dirty="0">
                              <a:latin typeface="Cambria Math" panose="02040503050406030204" pitchFamily="18" charset="0"/>
                            </a:rPr>
                            <m:t>𝑥</m:t>
                          </m:r>
                        </m:e>
                      </m:acc>
                      <m:r>
                        <a:rPr lang="da-DK" sz="1400" i="1" dirty="0" smtClean="0">
                          <a:latin typeface="Cambria Math" panose="02040503050406030204" pitchFamily="18" charset="0"/>
                        </a:rPr>
                        <m:t>=</m:t>
                      </m:r>
                      <m:f>
                        <m:fPr>
                          <m:ctrlPr>
                            <a:rPr lang="da-DK" sz="1400" i="1" dirty="0" smtClean="0">
                              <a:latin typeface="Cambria Math" panose="02040503050406030204" pitchFamily="18" charset="0"/>
                            </a:rPr>
                          </m:ctrlPr>
                        </m:fPr>
                        <m:num>
                          <m:sSubSup>
                            <m:sSubSupPr>
                              <m:ctrlPr>
                                <a:rPr lang="da-DK" sz="1400" i="1" dirty="0">
                                  <a:latin typeface="Cambria Math" panose="02040503050406030204" pitchFamily="18" charset="0"/>
                                </a:rPr>
                              </m:ctrlPr>
                            </m:sSubSupPr>
                            <m:e>
                              <m:r>
                                <a:rPr lang="da-DK" sz="1400" i="1" dirty="0">
                                  <a:latin typeface="Cambria Math" panose="02040503050406030204" pitchFamily="18" charset="0"/>
                                </a:rPr>
                                <m:t>∑</m:t>
                              </m:r>
                            </m:e>
                            <m:sub>
                              <m:r>
                                <a:rPr lang="da-DK" sz="1400" i="1" dirty="0" err="1">
                                  <a:latin typeface="Cambria Math" panose="02040503050406030204" pitchFamily="18" charset="0"/>
                                </a:rPr>
                                <m:t>𝑛</m:t>
                              </m:r>
                              <m:r>
                                <a:rPr lang="da-DK" sz="1400" i="1" dirty="0">
                                  <a:latin typeface="Cambria Math" panose="02040503050406030204" pitchFamily="18" charset="0"/>
                                </a:rPr>
                                <m:t>=</m:t>
                              </m:r>
                              <m:r>
                                <a:rPr lang="da-DK" sz="1400" b="0" i="1" dirty="0" smtClean="0">
                                  <a:latin typeface="Cambria Math" panose="02040503050406030204" pitchFamily="18" charset="0"/>
                                </a:rPr>
                                <m:t>0</m:t>
                              </m:r>
                            </m:sub>
                            <m:sup>
                              <m:r>
                                <a:rPr lang="da-DK" sz="1400" i="1" dirty="0">
                                  <a:latin typeface="Cambria Math" panose="02040503050406030204" pitchFamily="18" charset="0"/>
                                </a:rPr>
                                <m:t>𝑁</m:t>
                              </m:r>
                              <m:r>
                                <a:rPr lang="da-DK" sz="1400" b="0" i="1" dirty="0" smtClean="0">
                                  <a:latin typeface="Cambria Math" panose="02040503050406030204" pitchFamily="18" charset="0"/>
                                </a:rPr>
                                <m:t>−1</m:t>
                              </m:r>
                            </m:sup>
                          </m:sSubSup>
                          <m:r>
                            <a:rPr lang="da-DK" sz="1400" i="1" dirty="0">
                              <a:latin typeface="Cambria Math" panose="02040503050406030204" pitchFamily="18" charset="0"/>
                            </a:rPr>
                            <m:t> </m:t>
                          </m:r>
                          <m:r>
                            <a:rPr lang="da-DK" sz="1400" i="1" dirty="0">
                              <a:latin typeface="Cambria Math" panose="02040503050406030204" pitchFamily="18" charset="0"/>
                            </a:rPr>
                            <m:t>𝑥</m:t>
                          </m:r>
                          <m:d>
                            <m:dPr>
                              <m:ctrlPr>
                                <a:rPr lang="da-DK" sz="1400" i="1" dirty="0">
                                  <a:latin typeface="Cambria Math" panose="02040503050406030204" pitchFamily="18" charset="0"/>
                                </a:rPr>
                              </m:ctrlPr>
                            </m:dPr>
                            <m:e>
                              <m:r>
                                <a:rPr lang="da-DK" sz="1400" i="1" dirty="0">
                                  <a:latin typeface="Cambria Math" panose="02040503050406030204" pitchFamily="18" charset="0"/>
                                </a:rPr>
                                <m:t>𝑛</m:t>
                              </m:r>
                            </m:e>
                          </m:d>
                        </m:num>
                        <m:den>
                          <m:r>
                            <a:rPr lang="da-DK" sz="1400" b="0" i="1" dirty="0" smtClean="0">
                              <a:latin typeface="Cambria Math" panose="02040503050406030204" pitchFamily="18" charset="0"/>
                            </a:rPr>
                            <m:t>𝑁</m:t>
                          </m:r>
                        </m:den>
                      </m:f>
                    </m:oMath>
                  </m:oMathPara>
                </a14:m>
                <a:endParaRPr lang="da-DK" sz="1400" dirty="0">
                  <a:latin typeface="Consolas" panose="020B0609020204030204" pitchFamily="49" charset="0"/>
                </a:endParaRPr>
              </a:p>
              <a:p>
                <a:pPr marL="0" indent="0">
                  <a:buNone/>
                </a:pPr>
                <a:r>
                  <a:rPr lang="da-DK" sz="1400" b="1" dirty="0">
                    <a:latin typeface="Consolas" panose="020B0609020204030204" pitchFamily="49" charset="0"/>
                  </a:rPr>
                  <a:t>Fremgangsmåde:</a:t>
                </a:r>
              </a:p>
              <a:p>
                <a:pPr marL="342900" indent="-342900">
                  <a:buFont typeface="+mj-lt"/>
                  <a:buAutoNum type="arabicPeriod"/>
                </a:pPr>
                <a:r>
                  <a:rPr lang="da-DK" sz="1400" dirty="0">
                    <a:latin typeface="Consolas" panose="020B0609020204030204" pitchFamily="49" charset="0"/>
                  </a:rPr>
                  <a:t>Tag summen af alle de tal brugeren har taget som input </a:t>
                </a:r>
              </a:p>
              <a:p>
                <a:pPr marL="863600" lvl="2" indent="-342900">
                  <a:buFont typeface="+mj-lt"/>
                  <a:buAutoNum type="arabicPeriod"/>
                </a:pPr>
                <a:r>
                  <a:rPr lang="da-DK" sz="1000" dirty="0">
                    <a:latin typeface="Consolas" panose="020B0609020204030204" pitchFamily="49" charset="0"/>
                  </a:rPr>
                  <a:t>brug sidste opgave som udgangspunkt</a:t>
                </a:r>
              </a:p>
              <a:p>
                <a:pPr marL="342900" indent="-342900">
                  <a:buFont typeface="+mj-lt"/>
                  <a:buAutoNum type="arabicPeriod"/>
                </a:pPr>
                <a:r>
                  <a:rPr lang="da-DK" sz="1400" dirty="0">
                    <a:latin typeface="Consolas" panose="020B0609020204030204" pitchFamily="49" charset="0"/>
                  </a:rPr>
                  <a:t>gem gennemsnittet i en variabel gennemsnit, som er defineret som </a:t>
                </a:r>
                <a:r>
                  <a:rPr lang="da-DK" sz="1400" b="1" dirty="0">
                    <a:solidFill>
                      <a:srgbClr val="FF0000"/>
                    </a:solidFill>
                    <a:latin typeface="Consolas" panose="020B0609020204030204" pitchFamily="49" charset="0"/>
                  </a:rPr>
                  <a:t>sum / N</a:t>
                </a:r>
                <a:r>
                  <a:rPr lang="da-DK" sz="1400" dirty="0">
                    <a:solidFill>
                      <a:srgbClr val="FF0000"/>
                    </a:solidFill>
                    <a:latin typeface="Consolas" panose="020B0609020204030204" pitchFamily="49" charset="0"/>
                  </a:rPr>
                  <a:t> </a:t>
                </a:r>
                <a:r>
                  <a:rPr lang="da-DK" sz="1400" dirty="0">
                    <a:latin typeface="Consolas" panose="020B0609020204030204" pitchFamily="49" charset="0"/>
                  </a:rPr>
                  <a:t>ud.</a:t>
                </a:r>
              </a:p>
              <a:p>
                <a:pPr marL="342900" indent="-342900">
                  <a:buFont typeface="+mj-lt"/>
                  <a:buAutoNum type="arabicPeriod"/>
                </a:pPr>
                <a:r>
                  <a:rPr lang="da-DK" sz="1400" dirty="0">
                    <a:latin typeface="Consolas" panose="020B0609020204030204" pitchFamily="49" charset="0"/>
                  </a:rPr>
                  <a:t>Compiler og kør programmet fra terminalen og </a:t>
                </a:r>
                <a:r>
                  <a:rPr lang="da-DK" sz="1400" dirty="0" err="1">
                    <a:latin typeface="Consolas" panose="020B0609020204030204" pitchFamily="49" charset="0"/>
                  </a:rPr>
                  <a:t>vs</a:t>
                </a:r>
                <a:r>
                  <a:rPr lang="da-DK" sz="1400" dirty="0">
                    <a:latin typeface="Consolas" panose="020B0609020204030204" pitchFamily="49" charset="0"/>
                  </a:rPr>
                  <a:t> </a:t>
                </a:r>
                <a:r>
                  <a:rPr lang="da-DK" sz="1400" dirty="0" err="1">
                    <a:latin typeface="Consolas" panose="020B0609020204030204" pitchFamily="49" charset="0"/>
                  </a:rPr>
                  <a:t>code</a:t>
                </a:r>
                <a:endParaRPr lang="da-DK" sz="1400" dirty="0">
                  <a:latin typeface="Consolas" panose="020B0609020204030204" pitchFamily="49" charset="0"/>
                </a:endParaRPr>
              </a:p>
              <a:p>
                <a:pPr marL="342900" indent="-342900">
                  <a:buFont typeface="+mj-lt"/>
                  <a:buAutoNum type="arabicPeriod"/>
                </a:pPr>
                <a:endParaRPr lang="da-DK" sz="1400" dirty="0">
                  <a:latin typeface="Consolas" panose="020B0609020204030204" pitchFamily="49" charset="0"/>
                </a:endParaRPr>
              </a:p>
            </p:txBody>
          </p:sp>
        </mc:Choice>
        <mc:Fallback xmlns="">
          <p:sp>
            <p:nvSpPr>
              <p:cNvPr id="4" name="Text Placeholder 3">
                <a:extLst>
                  <a:ext uri="{FF2B5EF4-FFF2-40B4-BE49-F238E27FC236}">
                    <a16:creationId xmlns:a16="http://schemas.microsoft.com/office/drawing/2014/main" id="{31735FCE-4809-1785-251A-5BBCE2534A2F}"/>
                  </a:ext>
                </a:extLst>
              </p:cNvPr>
              <p:cNvSpPr>
                <a:spLocks noGrp="1" noRot="1" noChangeAspect="1" noMove="1" noResize="1" noEditPoints="1" noAdjustHandles="1" noChangeArrowheads="1" noChangeShapeType="1" noTextEdit="1"/>
              </p:cNvSpPr>
              <p:nvPr>
                <p:ph type="body" sz="quarter" idx="13"/>
              </p:nvPr>
            </p:nvSpPr>
            <p:spPr>
              <a:xfrm>
                <a:off x="587375" y="2262579"/>
                <a:ext cx="11019168" cy="4292130"/>
              </a:xfrm>
              <a:blipFill>
                <a:blip r:embed="rId2"/>
                <a:stretch>
                  <a:fillRect l="-996"/>
                </a:stretch>
              </a:blipFill>
            </p:spPr>
            <p:txBody>
              <a:bodyPr/>
              <a:lstStyle/>
              <a:p>
                <a:r>
                  <a:rPr lang="da-DK">
                    <a:noFill/>
                  </a:rPr>
                  <a:t> </a:t>
                </a:r>
              </a:p>
            </p:txBody>
          </p:sp>
        </mc:Fallback>
      </mc:AlternateContent>
    </p:spTree>
    <p:extLst>
      <p:ext uri="{BB962C8B-B14F-4D97-AF65-F5344CB8AC3E}">
        <p14:creationId xmlns:p14="http://schemas.microsoft.com/office/powerpoint/2010/main" val="293253193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81005-3FB5-5CC5-EC6F-8143720839D8}"/>
              </a:ext>
            </a:extLst>
          </p:cNvPr>
          <p:cNvSpPr>
            <a:spLocks noGrp="1"/>
          </p:cNvSpPr>
          <p:nvPr>
            <p:ph type="title"/>
          </p:nvPr>
        </p:nvSpPr>
        <p:spPr>
          <a:xfrm>
            <a:off x="587374" y="367628"/>
            <a:ext cx="7271932" cy="1621619"/>
          </a:xfrm>
        </p:spPr>
        <p:txBody>
          <a:bodyPr/>
          <a:lstStyle/>
          <a:p>
            <a:r>
              <a:rPr lang="da-DK" dirty="0"/>
              <a:t>Opgave: descriptive3 </a:t>
            </a:r>
            <a:br>
              <a:rPr lang="da-DK" dirty="0"/>
            </a:br>
            <a:r>
              <a:rPr lang="da-DK" sz="3200" dirty="0"/>
              <a:t>standard afvigelse</a:t>
            </a:r>
            <a:endParaRPr lang="en-DK" dirty="0"/>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31735FCE-4809-1785-251A-5BBCE2534A2F}"/>
                  </a:ext>
                </a:extLst>
              </p:cNvPr>
              <p:cNvSpPr>
                <a:spLocks noGrp="1"/>
              </p:cNvSpPr>
              <p:nvPr>
                <p:ph type="body" sz="quarter" idx="13"/>
              </p:nvPr>
            </p:nvSpPr>
            <p:spPr>
              <a:xfrm>
                <a:off x="587375" y="1850231"/>
                <a:ext cx="11323980" cy="4200525"/>
              </a:xfrm>
            </p:spPr>
            <p:txBody>
              <a:bodyPr>
                <a:normAutofit fontScale="77500" lnSpcReduction="20000"/>
              </a:bodyPr>
              <a:lstStyle/>
              <a:p>
                <a:pPr marL="0" indent="0">
                  <a:buNone/>
                </a:pPr>
                <a:r>
                  <a:rPr lang="da-DK" sz="1400" dirty="0">
                    <a:latin typeface="Consolas" panose="020B0609020204030204" pitchFamily="49" charset="0"/>
                  </a:rPr>
                  <a:t>Lav en program, som kan regne middelværdien og standard afvigelsen af alder (og hvis du får tid: højde, og vægt) på en liste af patienter i en patient journalen. Overvej hvilke </a:t>
                </a:r>
                <a:r>
                  <a:rPr lang="da-DK" sz="1400" dirty="0" err="1">
                    <a:latin typeface="Consolas" panose="020B0609020204030204" pitchFamily="49" charset="0"/>
                  </a:rPr>
                  <a:t>libraries</a:t>
                </a:r>
                <a:r>
                  <a:rPr lang="da-DK" sz="1400" dirty="0">
                    <a:latin typeface="Consolas" panose="020B0609020204030204" pitchFamily="49" charset="0"/>
                  </a:rPr>
                  <a:t> vi skal bruge (</a:t>
                </a:r>
                <a:r>
                  <a:rPr lang="da-DK" sz="1000" dirty="0">
                    <a:latin typeface="Consolas" panose="020B0609020204030204" pitchFamily="49" charset="0"/>
                  </a:rPr>
                  <a:t>Hint: Hvordan man udregner </a:t>
                </a:r>
                <a14:m>
                  <m:oMath xmlns:m="http://schemas.openxmlformats.org/officeDocument/2006/math">
                    <m:sSup>
                      <m:sSupPr>
                        <m:ctrlPr>
                          <a:rPr lang="da-DK" sz="1000" i="1" dirty="0">
                            <a:latin typeface="Cambria Math" panose="02040503050406030204" pitchFamily="18" charset="0"/>
                          </a:rPr>
                        </m:ctrlPr>
                      </m:sSupPr>
                      <m:e>
                        <m:r>
                          <a:rPr lang="da-DK" sz="1000" i="1" dirty="0">
                            <a:latin typeface="Cambria Math" panose="02040503050406030204" pitchFamily="18" charset="0"/>
                          </a:rPr>
                          <m:t>𝑥</m:t>
                        </m:r>
                      </m:e>
                      <m:sup>
                        <m:r>
                          <a:rPr lang="da-DK" sz="1000" i="1" dirty="0">
                            <a:latin typeface="Cambria Math" panose="02040503050406030204" pitchFamily="18" charset="0"/>
                          </a:rPr>
                          <m:t>2</m:t>
                        </m:r>
                      </m:sup>
                    </m:sSup>
                  </m:oMath>
                </a14:m>
                <a:r>
                  <a:rPr lang="da-DK" sz="1000" dirty="0">
                    <a:latin typeface="Consolas" panose="020B0609020204030204" pitchFamily="49" charset="0"/>
                  </a:rPr>
                  <a:t> og </a:t>
                </a:r>
                <a14:m>
                  <m:oMath xmlns:m="http://schemas.openxmlformats.org/officeDocument/2006/math">
                    <m:rad>
                      <m:radPr>
                        <m:degHide m:val="on"/>
                        <m:ctrlPr>
                          <a:rPr lang="da-DK" sz="1000" i="1" dirty="0">
                            <a:latin typeface="Cambria Math" panose="02040503050406030204" pitchFamily="18" charset="0"/>
                          </a:rPr>
                        </m:ctrlPr>
                      </m:radPr>
                      <m:deg/>
                      <m:e>
                        <m:r>
                          <a:rPr lang="da-DK" sz="1000" i="1" dirty="0">
                            <a:latin typeface="Cambria Math" panose="02040503050406030204" pitchFamily="18" charset="0"/>
                          </a:rPr>
                          <m:t>𝑥</m:t>
                        </m:r>
                      </m:e>
                    </m:rad>
                  </m:oMath>
                </a14:m>
                <a:r>
                  <a:rPr lang="da-DK" sz="1000" dirty="0">
                    <a:latin typeface="Consolas" panose="020B0609020204030204" pitchFamily="49" charset="0"/>
                  </a:rPr>
                  <a:t> i c. Findes der muligvis et </a:t>
                </a:r>
                <a:r>
                  <a:rPr lang="da-DK" sz="1000" dirty="0" err="1">
                    <a:latin typeface="Consolas" panose="020B0609020204030204" pitchFamily="49" charset="0"/>
                  </a:rPr>
                  <a:t>library</a:t>
                </a:r>
                <a:r>
                  <a:rPr lang="da-DK" sz="1000" dirty="0">
                    <a:latin typeface="Consolas" panose="020B0609020204030204" pitchFamily="49" charset="0"/>
                  </a:rPr>
                  <a:t> med math-funktioner?)</a:t>
                </a:r>
                <a:endParaRPr lang="da-DK" sz="1400" b="1" dirty="0">
                  <a:latin typeface="Consolas" panose="020B0609020204030204" pitchFamily="49" charset="0"/>
                </a:endParaRPr>
              </a:p>
              <a:p>
                <a:pPr marL="0" indent="0">
                  <a:buNone/>
                </a:pPr>
                <a:r>
                  <a:rPr lang="da-DK" sz="1400" dirty="0">
                    <a:latin typeface="Consolas" panose="020B0609020204030204" pitchFamily="49" charset="0"/>
                  </a:rPr>
                  <a:t>gennemsnit: </a:t>
                </a:r>
              </a:p>
              <a:p>
                <a:pPr marL="0" indent="0">
                  <a:buNone/>
                </a:pPr>
                <a14:m>
                  <m:oMathPara xmlns:m="http://schemas.openxmlformats.org/officeDocument/2006/math">
                    <m:oMathParaPr>
                      <m:jc m:val="centerGroup"/>
                    </m:oMathParaPr>
                    <m:oMath xmlns:m="http://schemas.openxmlformats.org/officeDocument/2006/math">
                      <m:acc>
                        <m:accPr>
                          <m:chr m:val="̅"/>
                          <m:ctrlPr>
                            <a:rPr lang="da-DK" sz="1400" i="1" dirty="0">
                              <a:latin typeface="Cambria Math" panose="02040503050406030204" pitchFamily="18" charset="0"/>
                            </a:rPr>
                          </m:ctrlPr>
                        </m:accPr>
                        <m:e>
                          <m:r>
                            <a:rPr lang="da-DK" sz="1400" i="1" dirty="0">
                              <a:latin typeface="Cambria Math" panose="02040503050406030204" pitchFamily="18" charset="0"/>
                            </a:rPr>
                            <m:t>𝑥</m:t>
                          </m:r>
                        </m:e>
                      </m:acc>
                      <m:r>
                        <a:rPr lang="da-DK" sz="1400" i="1" dirty="0" smtClean="0">
                          <a:latin typeface="Cambria Math" panose="02040503050406030204" pitchFamily="18" charset="0"/>
                        </a:rPr>
                        <m:t>=</m:t>
                      </m:r>
                      <m:f>
                        <m:fPr>
                          <m:ctrlPr>
                            <a:rPr lang="da-DK" sz="1400" i="1" dirty="0" smtClean="0">
                              <a:latin typeface="Cambria Math" panose="02040503050406030204" pitchFamily="18" charset="0"/>
                            </a:rPr>
                          </m:ctrlPr>
                        </m:fPr>
                        <m:num>
                          <m:sSubSup>
                            <m:sSubSupPr>
                              <m:ctrlPr>
                                <a:rPr lang="da-DK" sz="1400" i="1" dirty="0">
                                  <a:latin typeface="Cambria Math" panose="02040503050406030204" pitchFamily="18" charset="0"/>
                                </a:rPr>
                              </m:ctrlPr>
                            </m:sSubSupPr>
                            <m:e>
                              <m:r>
                                <a:rPr lang="da-DK" sz="1400" i="1" dirty="0">
                                  <a:latin typeface="Cambria Math" panose="02040503050406030204" pitchFamily="18" charset="0"/>
                                </a:rPr>
                                <m:t>∑</m:t>
                              </m:r>
                            </m:e>
                            <m:sub>
                              <m:r>
                                <a:rPr lang="da-DK" sz="1400" i="1" dirty="0" err="1">
                                  <a:latin typeface="Cambria Math" panose="02040503050406030204" pitchFamily="18" charset="0"/>
                                </a:rPr>
                                <m:t>𝑛</m:t>
                              </m:r>
                              <m:r>
                                <a:rPr lang="da-DK" sz="1400" i="1" dirty="0">
                                  <a:latin typeface="Cambria Math" panose="02040503050406030204" pitchFamily="18" charset="0"/>
                                </a:rPr>
                                <m:t>=0</m:t>
                              </m:r>
                            </m:sub>
                            <m:sup>
                              <m:r>
                                <a:rPr lang="da-DK" sz="1400" i="1" dirty="0">
                                  <a:latin typeface="Cambria Math" panose="02040503050406030204" pitchFamily="18" charset="0"/>
                                </a:rPr>
                                <m:t>𝑁</m:t>
                              </m:r>
                              <m:r>
                                <a:rPr lang="da-DK" sz="1400" i="1" dirty="0">
                                  <a:latin typeface="Cambria Math" panose="02040503050406030204" pitchFamily="18" charset="0"/>
                                </a:rPr>
                                <m:t>−1</m:t>
                              </m:r>
                            </m:sup>
                          </m:sSubSup>
                          <m:r>
                            <a:rPr lang="da-DK" sz="1400" i="1" dirty="0">
                              <a:latin typeface="Cambria Math" panose="02040503050406030204" pitchFamily="18" charset="0"/>
                            </a:rPr>
                            <m:t> </m:t>
                          </m:r>
                          <m:r>
                            <a:rPr lang="da-DK" sz="1400" i="1" dirty="0">
                              <a:latin typeface="Cambria Math" panose="02040503050406030204" pitchFamily="18" charset="0"/>
                            </a:rPr>
                            <m:t>𝑥</m:t>
                          </m:r>
                          <m:d>
                            <m:dPr>
                              <m:ctrlPr>
                                <a:rPr lang="da-DK" sz="1400" i="1" dirty="0">
                                  <a:latin typeface="Cambria Math" panose="02040503050406030204" pitchFamily="18" charset="0"/>
                                </a:rPr>
                              </m:ctrlPr>
                            </m:dPr>
                            <m:e>
                              <m:r>
                                <a:rPr lang="da-DK" sz="1400" i="1" dirty="0">
                                  <a:latin typeface="Cambria Math" panose="02040503050406030204" pitchFamily="18" charset="0"/>
                                </a:rPr>
                                <m:t>𝑛</m:t>
                              </m:r>
                            </m:e>
                          </m:d>
                        </m:num>
                        <m:den>
                          <m:r>
                            <a:rPr lang="da-DK" sz="1400" b="0" i="1" dirty="0" smtClean="0">
                              <a:latin typeface="Cambria Math" panose="02040503050406030204" pitchFamily="18" charset="0"/>
                            </a:rPr>
                            <m:t>𝑁</m:t>
                          </m:r>
                        </m:den>
                      </m:f>
                    </m:oMath>
                  </m:oMathPara>
                </a14:m>
                <a:endParaRPr lang="da-DK" sz="1400" dirty="0">
                  <a:latin typeface="Consolas" panose="020B0609020204030204" pitchFamily="49" charset="0"/>
                </a:endParaRPr>
              </a:p>
              <a:p>
                <a:pPr marL="0" indent="0">
                  <a:buNone/>
                </a:pPr>
                <a:r>
                  <a:rPr lang="da-DK" sz="1400" dirty="0">
                    <a:latin typeface="Consolas" panose="020B0609020204030204" pitchFamily="49" charset="0"/>
                  </a:rPr>
                  <a:t>standard afvigelse: </a:t>
                </a:r>
                <a:endParaRPr lang="da-DK" sz="14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da-DK" sz="1400" i="1" dirty="0" smtClean="0">
                          <a:latin typeface="Cambria Math" panose="02040503050406030204" pitchFamily="18" charset="0"/>
                        </a:rPr>
                        <m:t>𝑠</m:t>
                      </m:r>
                      <m:r>
                        <a:rPr lang="da-DK" sz="1400" b="0" i="1" dirty="0" smtClean="0">
                          <a:latin typeface="Cambria Math" panose="02040503050406030204" pitchFamily="18" charset="0"/>
                        </a:rPr>
                        <m:t>𝑡</m:t>
                      </m:r>
                      <m:r>
                        <a:rPr lang="da-DK" sz="1400" i="1" dirty="0" smtClean="0">
                          <a:latin typeface="Cambria Math" panose="02040503050406030204" pitchFamily="18" charset="0"/>
                        </a:rPr>
                        <m:t>𝑑</m:t>
                      </m:r>
                      <m:r>
                        <a:rPr lang="da-DK" sz="1400" b="0" i="1" dirty="0" smtClean="0">
                          <a:latin typeface="Cambria Math" panose="02040503050406030204" pitchFamily="18" charset="0"/>
                        </a:rPr>
                        <m:t>=</m:t>
                      </m:r>
                      <m:r>
                        <a:rPr lang="da-DK" sz="1400" b="0" i="1" dirty="0" smtClean="0">
                          <a:latin typeface="Cambria Math" panose="02040503050406030204" pitchFamily="18" charset="0"/>
                        </a:rPr>
                        <m:t>𝜎</m:t>
                      </m:r>
                      <m:r>
                        <a:rPr lang="da-DK" sz="1400" i="1" dirty="0" smtClean="0">
                          <a:latin typeface="Cambria Math" panose="02040503050406030204" pitchFamily="18" charset="0"/>
                        </a:rPr>
                        <m:t>=</m:t>
                      </m:r>
                      <m:rad>
                        <m:radPr>
                          <m:degHide m:val="on"/>
                          <m:ctrlPr>
                            <a:rPr lang="da-DK" sz="1400" b="0" i="1" dirty="0" smtClean="0">
                              <a:latin typeface="Cambria Math" panose="02040503050406030204" pitchFamily="18" charset="0"/>
                            </a:rPr>
                          </m:ctrlPr>
                        </m:radPr>
                        <m:deg/>
                        <m:e>
                          <m:f>
                            <m:fPr>
                              <m:ctrlPr>
                                <a:rPr lang="da-DK" sz="1400" i="1" dirty="0">
                                  <a:latin typeface="Cambria Math" panose="02040503050406030204" pitchFamily="18" charset="0"/>
                                </a:rPr>
                              </m:ctrlPr>
                            </m:fPr>
                            <m:num>
                              <m:nary>
                                <m:naryPr>
                                  <m:chr m:val="∑"/>
                                  <m:ctrlPr>
                                    <a:rPr lang="da-DK" sz="1400" i="1" dirty="0">
                                      <a:latin typeface="Cambria Math" panose="02040503050406030204" pitchFamily="18" charset="0"/>
                                    </a:rPr>
                                  </m:ctrlPr>
                                </m:naryPr>
                                <m:sub>
                                  <m:r>
                                    <a:rPr lang="da-DK" sz="1400" i="1" dirty="0">
                                      <a:latin typeface="Cambria Math" panose="02040503050406030204" pitchFamily="18" charset="0"/>
                                    </a:rPr>
                                    <m:t>𝑛</m:t>
                                  </m:r>
                                  <m:r>
                                    <a:rPr lang="da-DK" sz="1400" i="1" dirty="0">
                                      <a:latin typeface="Cambria Math" panose="02040503050406030204" pitchFamily="18" charset="0"/>
                                    </a:rPr>
                                    <m:t>=0</m:t>
                                  </m:r>
                                </m:sub>
                                <m:sup>
                                  <m:r>
                                    <a:rPr lang="da-DK" sz="1400" i="1" dirty="0">
                                      <a:latin typeface="Cambria Math" panose="02040503050406030204" pitchFamily="18" charset="0"/>
                                    </a:rPr>
                                    <m:t>𝑁</m:t>
                                  </m:r>
                                  <m:r>
                                    <a:rPr lang="da-DK" sz="1400" b="0" i="1" dirty="0" smtClean="0">
                                      <a:latin typeface="Cambria Math" panose="02040503050406030204" pitchFamily="18" charset="0"/>
                                    </a:rPr>
                                    <m:t>−1</m:t>
                                  </m:r>
                                </m:sup>
                                <m:e>
                                  <m:sSup>
                                    <m:sSupPr>
                                      <m:ctrlPr>
                                        <a:rPr lang="da-DK" sz="1400" i="1" dirty="0">
                                          <a:latin typeface="Cambria Math" panose="02040503050406030204" pitchFamily="18" charset="0"/>
                                        </a:rPr>
                                      </m:ctrlPr>
                                    </m:sSupPr>
                                    <m:e>
                                      <m:d>
                                        <m:dPr>
                                          <m:ctrlPr>
                                            <a:rPr lang="da-DK" sz="1400" i="1" dirty="0">
                                              <a:latin typeface="Cambria Math" panose="02040503050406030204" pitchFamily="18" charset="0"/>
                                            </a:rPr>
                                          </m:ctrlPr>
                                        </m:dPr>
                                        <m:e>
                                          <m:r>
                                            <a:rPr lang="da-DK" sz="1400" i="1" dirty="0">
                                              <a:latin typeface="Cambria Math" panose="02040503050406030204" pitchFamily="18" charset="0"/>
                                            </a:rPr>
                                            <m:t>𝑥</m:t>
                                          </m:r>
                                          <m:d>
                                            <m:dPr>
                                              <m:ctrlPr>
                                                <a:rPr lang="da-DK" sz="1400" i="1" dirty="0">
                                                  <a:latin typeface="Cambria Math" panose="02040503050406030204" pitchFamily="18" charset="0"/>
                                                </a:rPr>
                                              </m:ctrlPr>
                                            </m:dPr>
                                            <m:e>
                                              <m:r>
                                                <a:rPr lang="da-DK" sz="1400" i="1" dirty="0">
                                                  <a:latin typeface="Cambria Math" panose="02040503050406030204" pitchFamily="18" charset="0"/>
                                                </a:rPr>
                                                <m:t>𝑛</m:t>
                                              </m:r>
                                            </m:e>
                                          </m:d>
                                          <m:r>
                                            <a:rPr lang="da-DK" sz="1400" i="1" dirty="0">
                                              <a:latin typeface="Cambria Math" panose="02040503050406030204" pitchFamily="18" charset="0"/>
                                            </a:rPr>
                                            <m:t>−</m:t>
                                          </m:r>
                                          <m:acc>
                                            <m:accPr>
                                              <m:chr m:val="̅"/>
                                              <m:ctrlPr>
                                                <a:rPr lang="da-DK" sz="1400" i="1" dirty="0">
                                                  <a:latin typeface="Cambria Math" panose="02040503050406030204" pitchFamily="18" charset="0"/>
                                                </a:rPr>
                                              </m:ctrlPr>
                                            </m:accPr>
                                            <m:e>
                                              <m:r>
                                                <a:rPr lang="da-DK" sz="1400" i="1" dirty="0">
                                                  <a:latin typeface="Cambria Math" panose="02040503050406030204" pitchFamily="18" charset="0"/>
                                                </a:rPr>
                                                <m:t>𝑥</m:t>
                                              </m:r>
                                            </m:e>
                                          </m:acc>
                                        </m:e>
                                      </m:d>
                                    </m:e>
                                    <m:sup>
                                      <m:r>
                                        <a:rPr lang="da-DK" sz="1400" i="1" dirty="0">
                                          <a:latin typeface="Cambria Math" panose="02040503050406030204" pitchFamily="18" charset="0"/>
                                        </a:rPr>
                                        <m:t>2</m:t>
                                      </m:r>
                                    </m:sup>
                                  </m:sSup>
                                  <m:r>
                                    <a:rPr lang="da-DK" sz="1400" i="1" dirty="0">
                                      <a:latin typeface="Cambria Math" panose="02040503050406030204" pitchFamily="18" charset="0"/>
                                    </a:rPr>
                                    <m:t> </m:t>
                                  </m:r>
                                </m:e>
                              </m:nary>
                            </m:num>
                            <m:den>
                              <m:r>
                                <a:rPr lang="da-DK" sz="1400" i="1" dirty="0">
                                  <a:latin typeface="Cambria Math" panose="02040503050406030204" pitchFamily="18" charset="0"/>
                                </a:rPr>
                                <m:t>𝑁</m:t>
                              </m:r>
                              <m:r>
                                <a:rPr lang="da-DK" sz="1400" i="1" dirty="0">
                                  <a:latin typeface="Cambria Math" panose="02040503050406030204" pitchFamily="18" charset="0"/>
                                </a:rPr>
                                <m:t>−1</m:t>
                              </m:r>
                            </m:den>
                          </m:f>
                        </m:e>
                      </m:rad>
                      <m:r>
                        <a:rPr lang="da-DK" sz="1400" b="0" i="1" dirty="0" smtClean="0">
                          <a:latin typeface="Cambria Math" panose="02040503050406030204" pitchFamily="18" charset="0"/>
                        </a:rPr>
                        <m:t> </m:t>
                      </m:r>
                    </m:oMath>
                  </m:oMathPara>
                </a14:m>
                <a:endParaRPr lang="da-DK" sz="1400" dirty="0">
                  <a:latin typeface="Consolas" panose="020B0609020204030204" pitchFamily="49" charset="0"/>
                </a:endParaRPr>
              </a:p>
              <a:p>
                <a:pPr marL="342900" indent="-342900">
                  <a:buFont typeface="+mj-lt"/>
                  <a:buAutoNum type="arabicPeriod"/>
                </a:pPr>
                <a:r>
                  <a:rPr lang="da-DK" sz="1400" dirty="0">
                    <a:latin typeface="Consolas" panose="020B0609020204030204" pitchFamily="49" charset="0"/>
                  </a:rPr>
                  <a:t>definer et 2D </a:t>
                </a:r>
                <a:r>
                  <a:rPr lang="da-DK" sz="1400" dirty="0" err="1">
                    <a:latin typeface="Consolas" panose="020B0609020204030204" pitchFamily="49" charset="0"/>
                  </a:rPr>
                  <a:t>float</a:t>
                </a:r>
                <a:r>
                  <a:rPr lang="da-DK" sz="1400" dirty="0">
                    <a:latin typeface="Consolas" panose="020B0609020204030204" pitchFamily="49" charset="0"/>
                  </a:rPr>
                  <a:t> array </a:t>
                </a:r>
                <a:r>
                  <a:rPr lang="da-DK" sz="1400" dirty="0" err="1">
                    <a:latin typeface="Consolas" panose="020B0609020204030204" pitchFamily="49" charset="0"/>
                  </a:rPr>
                  <a:t>measurements</a:t>
                </a:r>
                <a:r>
                  <a:rPr lang="da-DK" sz="1400" dirty="0">
                    <a:latin typeface="Consolas" panose="020B0609020204030204" pitchFamily="49" charset="0"/>
                  </a:rPr>
                  <a:t> med størrelsen 3x10, og 2 1D arrays af </a:t>
                </a:r>
                <a:r>
                  <a:rPr lang="da-DK" sz="1400" dirty="0" err="1">
                    <a:latin typeface="Consolas" panose="020B0609020204030204" pitchFamily="49" charset="0"/>
                  </a:rPr>
                  <a:t>af</a:t>
                </a:r>
                <a:r>
                  <a:rPr lang="da-DK" sz="1400" dirty="0">
                    <a:latin typeface="Consolas" panose="020B0609020204030204" pitchFamily="49" charset="0"/>
                  </a:rPr>
                  <a:t> længden 3, som hedder </a:t>
                </a:r>
                <a:r>
                  <a:rPr lang="da-DK" sz="1400" dirty="0" err="1">
                    <a:latin typeface="Consolas" panose="020B0609020204030204" pitchFamily="49" charset="0"/>
                  </a:rPr>
                  <a:t>hhv</a:t>
                </a:r>
                <a:r>
                  <a:rPr lang="da-DK" sz="1400" dirty="0">
                    <a:latin typeface="Consolas" panose="020B0609020204030204" pitchFamily="49" charset="0"/>
                  </a:rPr>
                  <a:t> </a:t>
                </a:r>
                <a:r>
                  <a:rPr lang="da-DK" dirty="0"/>
                  <a:t>gennemsnit og afvigelse</a:t>
                </a:r>
                <a:endParaRPr lang="da-DK" sz="1400" dirty="0">
                  <a:latin typeface="Consolas" panose="020B0609020204030204" pitchFamily="49" charset="0"/>
                </a:endParaRPr>
              </a:p>
              <a:p>
                <a:pPr marL="342900" indent="-342900">
                  <a:buFont typeface="+mj-lt"/>
                  <a:buAutoNum type="arabicPeriod"/>
                </a:pPr>
                <a:r>
                  <a:rPr lang="da-DK" sz="1400" dirty="0">
                    <a:latin typeface="Consolas" panose="020B0609020204030204" pitchFamily="49" charset="0"/>
                  </a:rPr>
                  <a:t>Definer et 1D array </a:t>
                </a:r>
                <a:r>
                  <a:rPr lang="da-DK" sz="1400" dirty="0" err="1">
                    <a:latin typeface="Consolas" panose="020B0609020204030204" pitchFamily="49" charset="0"/>
                  </a:rPr>
                  <a:t>measurement_names</a:t>
                </a:r>
                <a:r>
                  <a:rPr lang="da-DK" sz="1400" dirty="0">
                    <a:latin typeface="Consolas" panose="020B0609020204030204" pitchFamily="49" charset="0"/>
                  </a:rPr>
                  <a:t>, som indeholder 3 </a:t>
                </a:r>
                <a:r>
                  <a:rPr lang="da-DK" sz="1400" dirty="0" err="1">
                    <a:latin typeface="Consolas" panose="020B0609020204030204" pitchFamily="49" charset="0"/>
                  </a:rPr>
                  <a:t>strings</a:t>
                </a:r>
                <a:r>
                  <a:rPr lang="da-DK" sz="1400" dirty="0">
                    <a:latin typeface="Consolas" panose="020B0609020204030204" pitchFamily="49" charset="0"/>
                  </a:rPr>
                  <a:t>: "Age", "</a:t>
                </a:r>
                <a:r>
                  <a:rPr lang="da-DK" sz="1400" dirty="0" err="1">
                    <a:latin typeface="Consolas" panose="020B0609020204030204" pitchFamily="49" charset="0"/>
                  </a:rPr>
                  <a:t>Height</a:t>
                </a:r>
                <a:r>
                  <a:rPr lang="da-DK" sz="1400" dirty="0">
                    <a:latin typeface="Consolas" panose="020B0609020204030204" pitchFamily="49" charset="0"/>
                  </a:rPr>
                  <a:t>", "</a:t>
                </a:r>
                <a:r>
                  <a:rPr lang="da-DK" sz="1400" dirty="0" err="1">
                    <a:latin typeface="Consolas" panose="020B0609020204030204" pitchFamily="49" charset="0"/>
                  </a:rPr>
                  <a:t>Weight</a:t>
                </a:r>
                <a:r>
                  <a:rPr lang="da-DK" sz="1400" dirty="0">
                    <a:latin typeface="Consolas" panose="020B0609020204030204" pitchFamily="49" charset="0"/>
                  </a:rPr>
                  <a:t>"</a:t>
                </a:r>
              </a:p>
              <a:p>
                <a:pPr marL="342900" indent="-342900">
                  <a:buFont typeface="+mj-lt"/>
                  <a:buAutoNum type="arabicPeriod"/>
                </a:pPr>
                <a:r>
                  <a:rPr lang="da-DK" sz="1400" dirty="0">
                    <a:latin typeface="Consolas" panose="020B0609020204030204" pitchFamily="49" charset="0"/>
                  </a:rPr>
                  <a:t>Udregn gennemsnittet af alder, højde og vægt, på patienter med værdierne til højre</a:t>
                </a:r>
              </a:p>
              <a:p>
                <a:pPr marL="863600" lvl="2" indent="-342900">
                  <a:buFont typeface="+mj-lt"/>
                  <a:buAutoNum type="arabicPeriod"/>
                </a:pPr>
                <a:r>
                  <a:rPr lang="da-DK" sz="1000" dirty="0">
                    <a:latin typeface="Consolas" panose="020B0609020204030204" pitchFamily="49" charset="0"/>
                  </a:rPr>
                  <a:t>Hint: Det har i lige gjort</a:t>
                </a:r>
              </a:p>
              <a:p>
                <a:pPr marL="342900" indent="-342900">
                  <a:buFont typeface="+mj-lt"/>
                  <a:buAutoNum type="arabicPeriod"/>
                </a:pPr>
                <a:r>
                  <a:rPr lang="da-DK" sz="1400" dirty="0">
                    <a:latin typeface="Consolas" panose="020B0609020204030204" pitchFamily="49" charset="0"/>
                  </a:rPr>
                  <a:t>Udregn standard afvigelse af alder, højde og vægt (skip dette step indtil sidst)</a:t>
                </a:r>
              </a:p>
              <a:p>
                <a:pPr marL="342900" indent="-342900">
                  <a:buFont typeface="+mj-lt"/>
                  <a:buAutoNum type="arabicPeriod"/>
                </a:pPr>
                <a:r>
                  <a:rPr lang="da-DK" sz="1400" dirty="0">
                    <a:latin typeface="Consolas" panose="020B0609020204030204" pitchFamily="49" charset="0"/>
                  </a:rPr>
                  <a:t>Print </a:t>
                </a:r>
                <a:r>
                  <a:rPr lang="da-DK" sz="1400" dirty="0" err="1">
                    <a:latin typeface="Consolas" panose="020B0609020204030204" pitchFamily="49" charset="0"/>
                  </a:rPr>
                  <a:t>descriptive</a:t>
                </a:r>
                <a:r>
                  <a:rPr lang="da-DK" sz="1400" dirty="0">
                    <a:latin typeface="Consolas" panose="020B0609020204030204" pitchFamily="49" charset="0"/>
                  </a:rPr>
                  <a:t> tabel ud i terminalen (</a:t>
                </a:r>
                <a:r>
                  <a:rPr lang="da-DK" sz="1400" dirty="0" err="1">
                    <a:latin typeface="Consolas" panose="020B0609020204030204" pitchFamily="49" charset="0"/>
                  </a:rPr>
                  <a:t>mean</a:t>
                </a:r>
                <a:r>
                  <a:rPr lang="da-DK" sz="1400" dirty="0">
                    <a:latin typeface="Consolas" panose="020B0609020204030204" pitchFamily="49" charset="0"/>
                  </a:rPr>
                  <a:t> </a:t>
                </a:r>
                <a14:m>
                  <m:oMath xmlns:m="http://schemas.openxmlformats.org/officeDocument/2006/math">
                    <m:r>
                      <a:rPr lang="da-DK" sz="1400" b="0" i="1" smtClean="0">
                        <a:latin typeface="Cambria Math" panose="02040503050406030204" pitchFamily="18" charset="0"/>
                      </a:rPr>
                      <m:t>(</m:t>
                    </m:r>
                  </m:oMath>
                </a14:m>
                <a:r>
                  <a:rPr lang="da-DK" sz="1400" dirty="0">
                    <a:latin typeface="Consolas" panose="020B0609020204030204" pitchFamily="49" charset="0"/>
                  </a:rPr>
                  <a:t>std)</a:t>
                </a:r>
                <a:r>
                  <a:rPr lang="da-DK" sz="1400" b="1" dirty="0">
                    <a:latin typeface="Consolas" panose="020B0609020204030204" pitchFamily="49" charset="0"/>
                  </a:rPr>
                  <a:t>)</a:t>
                </a:r>
                <a:r>
                  <a:rPr lang="da-DK" sz="1400" dirty="0">
                    <a:latin typeface="Consolas" panose="020B0609020204030204" pitchFamily="49" charset="0"/>
                  </a:rPr>
                  <a:t> for alder, højde og vægt,</a:t>
                </a:r>
              </a:p>
              <a:p>
                <a:pPr marL="342900" indent="-342900">
                  <a:buFont typeface="+mj-lt"/>
                  <a:buAutoNum type="arabicPeriod"/>
                </a:pPr>
                <a:r>
                  <a:rPr lang="da-DK" sz="1400" dirty="0" err="1">
                    <a:latin typeface="Consolas" panose="020B0609020204030204" pitchFamily="49" charset="0"/>
                  </a:rPr>
                  <a:t>Compile</a:t>
                </a:r>
                <a:r>
                  <a:rPr lang="da-DK" sz="1400" dirty="0">
                    <a:latin typeface="Consolas" panose="020B0609020204030204" pitchFamily="49" charset="0"/>
                  </a:rPr>
                  <a:t> og kør programmet</a:t>
                </a:r>
              </a:p>
            </p:txBody>
          </p:sp>
        </mc:Choice>
        <mc:Fallback xmlns="">
          <p:sp>
            <p:nvSpPr>
              <p:cNvPr id="4" name="Text Placeholder 3">
                <a:extLst>
                  <a:ext uri="{FF2B5EF4-FFF2-40B4-BE49-F238E27FC236}">
                    <a16:creationId xmlns:a16="http://schemas.microsoft.com/office/drawing/2014/main" id="{31735FCE-4809-1785-251A-5BBCE2534A2F}"/>
                  </a:ext>
                </a:extLst>
              </p:cNvPr>
              <p:cNvSpPr>
                <a:spLocks noGrp="1" noRot="1" noChangeAspect="1" noMove="1" noResize="1" noEditPoints="1" noAdjustHandles="1" noChangeArrowheads="1" noChangeShapeType="1" noTextEdit="1"/>
              </p:cNvSpPr>
              <p:nvPr>
                <p:ph type="body" sz="quarter" idx="13"/>
              </p:nvPr>
            </p:nvSpPr>
            <p:spPr>
              <a:xfrm>
                <a:off x="587375" y="1850231"/>
                <a:ext cx="11323980" cy="4200525"/>
              </a:xfrm>
              <a:blipFill>
                <a:blip r:embed="rId2"/>
                <a:stretch>
                  <a:fillRect l="-753"/>
                </a:stretch>
              </a:blipFill>
            </p:spPr>
            <p:txBody>
              <a:bodyPr/>
              <a:lstStyle/>
              <a:p>
                <a:r>
                  <a:rPr lang="da-DK">
                    <a:noFill/>
                  </a:rPr>
                  <a:t> </a:t>
                </a:r>
              </a:p>
            </p:txBody>
          </p:sp>
        </mc:Fallback>
      </mc:AlternateContent>
      <p:sp>
        <p:nvSpPr>
          <p:cNvPr id="8" name="TextBox 7">
            <a:extLst>
              <a:ext uri="{FF2B5EF4-FFF2-40B4-BE49-F238E27FC236}">
                <a16:creationId xmlns:a16="http://schemas.microsoft.com/office/drawing/2014/main" id="{970144AB-1DEC-CAE7-763D-C73F74C02710}"/>
              </a:ext>
            </a:extLst>
          </p:cNvPr>
          <p:cNvSpPr txBox="1"/>
          <p:nvPr/>
        </p:nvSpPr>
        <p:spPr>
          <a:xfrm>
            <a:off x="7041039" y="5636612"/>
            <a:ext cx="4971768" cy="861774"/>
          </a:xfrm>
          <a:prstGeom prst="rect">
            <a:avLst/>
          </a:prstGeom>
          <a:solidFill>
            <a:schemeClr val="bg1">
              <a:lumMod val="85000"/>
            </a:schemeClr>
          </a:solidFill>
        </p:spPr>
        <p:txBody>
          <a:bodyPr wrap="square">
            <a:spAutoFit/>
          </a:bodyPr>
          <a:lstStyle/>
          <a:p>
            <a:r>
              <a:rPr lang="en-US" sz="1000" b="0" dirty="0" err="1">
                <a:effectLst/>
                <a:latin typeface="Consolas" panose="020B0609020204030204" pitchFamily="49" charset="0"/>
              </a:rPr>
              <a:t>N_patients</a:t>
            </a:r>
            <a:r>
              <a:rPr lang="en-US" sz="1000" b="0" dirty="0">
                <a:effectLst/>
                <a:latin typeface="Consolas" panose="020B0609020204030204" pitchFamily="49" charset="0"/>
              </a:rPr>
              <a:t> = 10;</a:t>
            </a:r>
          </a:p>
          <a:p>
            <a:r>
              <a:rPr lang="en-US" sz="1000" b="0" dirty="0" err="1">
                <a:effectLst/>
                <a:latin typeface="Consolas" panose="020B0609020204030204" pitchFamily="49" charset="0"/>
              </a:rPr>
              <a:t>N_measurements</a:t>
            </a:r>
            <a:r>
              <a:rPr lang="en-US" sz="1000" b="0" dirty="0">
                <a:effectLst/>
                <a:latin typeface="Consolas" panose="020B0609020204030204" pitchFamily="49" charset="0"/>
              </a:rPr>
              <a:t> = 3;</a:t>
            </a:r>
          </a:p>
          <a:p>
            <a:r>
              <a:rPr lang="en-US" sz="1000" b="0" dirty="0">
                <a:effectLst/>
                <a:latin typeface="Consolas" panose="020B0609020204030204" pitchFamily="49" charset="0"/>
              </a:rPr>
              <a:t>Alder: 23., 35., 67., 42., 54., 18., 29., 72., 31., 88.</a:t>
            </a:r>
          </a:p>
          <a:p>
            <a:r>
              <a:rPr lang="en-US" sz="1000" b="0" dirty="0">
                <a:effectLst/>
                <a:latin typeface="Consolas" panose="020B0609020204030204" pitchFamily="49" charset="0"/>
              </a:rPr>
              <a:t>H</a:t>
            </a:r>
            <a:r>
              <a:rPr lang="da-DK" sz="1000" b="0" dirty="0" err="1">
                <a:effectLst/>
                <a:latin typeface="Consolas" panose="020B0609020204030204" pitchFamily="49" charset="0"/>
              </a:rPr>
              <a:t>øjde</a:t>
            </a:r>
            <a:r>
              <a:rPr lang="da-DK" sz="1000" b="0" dirty="0">
                <a:effectLst/>
                <a:latin typeface="Consolas" panose="020B0609020204030204" pitchFamily="49" charset="0"/>
              </a:rPr>
              <a:t>: </a:t>
            </a:r>
            <a:r>
              <a:rPr lang="en-US" sz="1000" b="0" dirty="0">
                <a:effectLst/>
                <a:latin typeface="Consolas" panose="020B0609020204030204" pitchFamily="49" charset="0"/>
              </a:rPr>
              <a:t>1.78, 1.62, 1.50, 1.90, 1.70, 1.55, 1.82, 1.60, 1.75, 1.85</a:t>
            </a:r>
          </a:p>
          <a:p>
            <a:r>
              <a:rPr lang="en-US" sz="1000" b="0" dirty="0">
                <a:effectLst/>
                <a:latin typeface="Consolas" panose="020B0609020204030204" pitchFamily="49" charset="0"/>
              </a:rPr>
              <a:t>Vægt:70.5, 55.3, 60.2, 85.7, 72.4, 50.1, 68.9, 64.0, 75.3, 90.2</a:t>
            </a:r>
          </a:p>
        </p:txBody>
      </p:sp>
    </p:spTree>
    <p:extLst>
      <p:ext uri="{BB962C8B-B14F-4D97-AF65-F5344CB8AC3E}">
        <p14:creationId xmlns:p14="http://schemas.microsoft.com/office/powerpoint/2010/main" val="3643322683"/>
      </p:ext>
    </p:extLst>
  </p:cSld>
  <p:clrMapOvr>
    <a:masterClrMapping/>
  </p:clrMapOvr>
</p:sld>
</file>

<file path=ppt/theme/theme1.xml><?xml version="1.0" encoding="utf-8"?>
<a:theme xmlns:a="http://schemas.openxmlformats.org/drawingml/2006/main"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AAU">
      <a:majorFont>
        <a:latin typeface="Arial Black"/>
        <a:ea typeface=""/>
        <a:cs typeface=""/>
      </a:majorFont>
      <a:minorFont>
        <a:latin typeface="Arial"/>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æsentation1" id="{82CE9111-C904-4B79-890A-54AB13CC827E}" vid="{0823D412-4A7B-478A-A66C-97269A7413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3.xml><?xml version="1.0" encoding="utf-8"?>
<ds:datastoreItem xmlns:ds="http://schemas.openxmlformats.org/officeDocument/2006/customXml" ds:itemID="{53603602-65E0-48FA-BF06-563C46D1CC25}">
  <ds:schemaRefs>
    <ds:schemaRef ds:uri="http://www.w3.org/XML/1998/namespace"/>
    <ds:schemaRef ds:uri="http://schemas.openxmlformats.org/package/2006/metadata/core-properties"/>
    <ds:schemaRef ds:uri="http://purl.org/dc/elements/1.1/"/>
    <ds:schemaRef ds:uri="1790affa-1f64-4e58-8dd7-745390e575dd"/>
    <ds:schemaRef ds:uri="http://purl.org/dc/terms/"/>
    <ds:schemaRef ds:uri="http://schemas.microsoft.com/office/2006/documentManagement/types"/>
    <ds:schemaRef ds:uri="http://schemas.microsoft.com/office/2006/metadata/properties"/>
    <ds:schemaRef ds:uri="http://schemas.microsoft.com/office/infopath/2007/PartnerControls"/>
    <ds:schemaRef ds:uri="5eaab4c3-db73-4b93-9200-350b498c50e8"/>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2742</TotalTime>
  <Words>3794</Words>
  <Application>Microsoft Office PowerPoint</Application>
  <PresentationFormat>Widescreen</PresentationFormat>
  <Paragraphs>538</Paragraphs>
  <Slides>41</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Arial</vt:lpstr>
      <vt:lpstr>Calibri</vt:lpstr>
      <vt:lpstr>Cambria Math</vt:lpstr>
      <vt:lpstr>Consolas</vt:lpstr>
      <vt:lpstr>AAU PowerPoint</vt:lpstr>
      <vt:lpstr>Programmering 7</vt:lpstr>
      <vt:lpstr>Recap </vt:lpstr>
      <vt:lpstr>Recap</vt:lpstr>
      <vt:lpstr>Recap</vt:lpstr>
      <vt:lpstr>Local and global variables  + formal parameters</vt:lpstr>
      <vt:lpstr>Læringsmål idag</vt:lpstr>
      <vt:lpstr>What we know 1 what_you_know.c</vt:lpstr>
      <vt:lpstr>Arrays</vt:lpstr>
      <vt:lpstr>1D Arrays</vt:lpstr>
      <vt:lpstr>Arrays</vt:lpstr>
      <vt:lpstr>Only Single Array Element Access </vt:lpstr>
      <vt:lpstr>Hvad bruger man arrays til?</vt:lpstr>
      <vt:lpstr>Opgave: arrays1.c Arrays</vt:lpstr>
      <vt:lpstr>What we know 2 what_you_know2.c</vt:lpstr>
      <vt:lpstr>A better way (array) a_better_way.c </vt:lpstr>
      <vt:lpstr>Beregn Længde af array!  (Gælder kun stack-allocated!)</vt:lpstr>
      <vt:lpstr>Læringsmål idag</vt:lpstr>
      <vt:lpstr>Hvordan gør man?</vt:lpstr>
      <vt:lpstr>2D Arrays</vt:lpstr>
      <vt:lpstr>Initialisering af arrays med 2 dimensioner</vt:lpstr>
      <vt:lpstr>3D+ Arrays</vt:lpstr>
      <vt:lpstr>Vis 2D array IRL</vt:lpstr>
      <vt:lpstr>Læringsmål idag</vt:lpstr>
      <vt:lpstr>Statisk Memory (stack) Allocation</vt:lpstr>
      <vt:lpstr>Dynamic Memory (heap allocation)</vt:lpstr>
      <vt:lpstr>Dynamic Memory Allocation</vt:lpstr>
      <vt:lpstr>Opgave: arrays2 dynamic memory allocation</vt:lpstr>
      <vt:lpstr>Læringsmål idag</vt:lpstr>
      <vt:lpstr>Reference and Pointers</vt:lpstr>
      <vt:lpstr>Reference and Pointers</vt:lpstr>
      <vt:lpstr>Opgave: pointers1 Reference and Pointers</vt:lpstr>
      <vt:lpstr>Reference and Pointers</vt:lpstr>
      <vt:lpstr>”pointers pointer”? WHAT?!%</vt:lpstr>
      <vt:lpstr>Læringsmål idag</vt:lpstr>
      <vt:lpstr>Arrays</vt:lpstr>
      <vt:lpstr>Arrays (pointer_array_connection.c)</vt:lpstr>
      <vt:lpstr>array identifier er hukommelses addressen til element 0</vt:lpstr>
      <vt:lpstr>Opgaver</vt:lpstr>
      <vt:lpstr>Opgave: descriptive1 Sum</vt:lpstr>
      <vt:lpstr>Opgave: descriptive2 Gennemsnit</vt:lpstr>
      <vt:lpstr>Opgave: descriptive3  standard afvigelse</vt:lpstr>
    </vt:vector>
  </TitlesOfParts>
  <Company>Aalborg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creator>Søren Emil Søe Degn</dc:creator>
  <cp:lastModifiedBy>Martin Siemienski Andersen</cp:lastModifiedBy>
  <cp:revision>73</cp:revision>
  <cp:lastPrinted>2017-03-09T03:48:56Z</cp:lastPrinted>
  <dcterms:created xsi:type="dcterms:W3CDTF">2018-09-13T08:06:32Z</dcterms:created>
  <dcterms:modified xsi:type="dcterms:W3CDTF">2025-10-20T08:51:50Z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ies>
</file>